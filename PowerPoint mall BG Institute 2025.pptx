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2.xml" ContentType="application/vnd.openxmlformats-officedocument.themeOverr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7" r:id="rId4"/>
  </p:sldMasterIdLst>
  <p:notesMasterIdLst>
    <p:notesMasterId r:id="rId12"/>
  </p:notesMasterIdLst>
  <p:sldIdLst>
    <p:sldId id="2605" r:id="rId5"/>
    <p:sldId id="2610" r:id="rId6"/>
    <p:sldId id="2607" r:id="rId7"/>
    <p:sldId id="2608" r:id="rId8"/>
    <p:sldId id="260" r:id="rId9"/>
    <p:sldId id="2596" r:id="rId10"/>
    <p:sldId id="2609" r:id="rId11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39" userDrawn="1">
          <p15:clr>
            <a:srgbClr val="A4A3A4"/>
          </p15:clr>
        </p15:guide>
        <p15:guide id="2" pos="61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F4F0"/>
    <a:srgbClr val="275987"/>
    <a:srgbClr val="595C5B"/>
    <a:srgbClr val="275A86"/>
    <a:srgbClr val="277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>
        <p:guide orient="horz" pos="1139"/>
        <p:guide pos="61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llen Ekholm" userId="651da78a-8c63-41da-9357-3c9a5501d86e" providerId="ADAL" clId="{B4C6F1C6-F7BD-45CB-B300-FFA0A39CF4E3}"/>
    <pc:docChg chg="custSel modSld">
      <pc:chgData name="Ellen Ekholm" userId="651da78a-8c63-41da-9357-3c9a5501d86e" providerId="ADAL" clId="{B4C6F1C6-F7BD-45CB-B300-FFA0A39CF4E3}" dt="2025-09-15T13:20:34.449" v="0" actId="478"/>
      <pc:docMkLst>
        <pc:docMk/>
      </pc:docMkLst>
      <pc:sldChg chg="delSp mod">
        <pc:chgData name="Ellen Ekholm" userId="651da78a-8c63-41da-9357-3c9a5501d86e" providerId="ADAL" clId="{B4C6F1C6-F7BD-45CB-B300-FFA0A39CF4E3}" dt="2025-09-15T13:20:34.449" v="0" actId="478"/>
        <pc:sldMkLst>
          <pc:docMk/>
          <pc:sldMk cId="2767836497" sldId="2610"/>
        </pc:sldMkLst>
        <pc:picChg chg="del">
          <ac:chgData name="Ellen Ekholm" userId="651da78a-8c63-41da-9357-3c9a5501d86e" providerId="ADAL" clId="{B4C6F1C6-F7BD-45CB-B300-FFA0A39CF4E3}" dt="2025-09-15T13:20:34.449" v="0" actId="478"/>
          <ac:picMkLst>
            <pc:docMk/>
            <pc:sldMk cId="2767836497" sldId="2610"/>
            <ac:picMk id="5" creationId="{26FC5160-4CA4-C9C9-9C66-851F2DEB3ACE}"/>
          </ac:picMkLst>
        </pc:picChg>
      </pc:sldChg>
    </pc:docChg>
  </pc:docChgLst>
  <pc:docChgLst>
    <pc:chgData name="Ellen Rundgren" userId="651da78a-8c63-41da-9357-3c9a5501d86e" providerId="ADAL" clId="{7272EF59-87D5-499B-80B9-9426FEBF1C31}"/>
    <pc:docChg chg="modSld">
      <pc:chgData name="Ellen Rundgren" userId="651da78a-8c63-41da-9357-3c9a5501d86e" providerId="ADAL" clId="{7272EF59-87D5-499B-80B9-9426FEBF1C31}" dt="2025-03-14T08:32:49.444" v="1"/>
      <pc:docMkLst>
        <pc:docMk/>
      </pc:docMkLst>
      <pc:sldChg chg="setBg">
        <pc:chgData name="Ellen Rundgren" userId="651da78a-8c63-41da-9357-3c9a5501d86e" providerId="ADAL" clId="{7272EF59-87D5-499B-80B9-9426FEBF1C31}" dt="2025-03-14T08:32:49.444" v="1"/>
        <pc:sldMkLst>
          <pc:docMk/>
          <pc:sldMk cId="2767836497" sldId="2610"/>
        </pc:sldMkLst>
      </pc:sldChg>
    </pc:docChg>
  </pc:docChgLst>
  <pc:docChgLst>
    <pc:chgData name="Ellen Ekholm" userId="651da78a-8c63-41da-9357-3c9a5501d86e" providerId="ADAL" clId="{F8D616E1-2FDE-4130-9A61-95DA889DA2D5}"/>
    <pc:docChg chg="custSel modSld">
      <pc:chgData name="Ellen Ekholm" userId="651da78a-8c63-41da-9357-3c9a5501d86e" providerId="ADAL" clId="{F8D616E1-2FDE-4130-9A61-95DA889DA2D5}" dt="2025-09-12T06:58:03.157" v="8" actId="1076"/>
      <pc:docMkLst>
        <pc:docMk/>
      </pc:docMkLst>
      <pc:sldChg chg="addSp delSp modSp mod">
        <pc:chgData name="Ellen Ekholm" userId="651da78a-8c63-41da-9357-3c9a5501d86e" providerId="ADAL" clId="{F8D616E1-2FDE-4130-9A61-95DA889DA2D5}" dt="2025-09-12T06:56:35.631" v="4" actId="478"/>
        <pc:sldMkLst>
          <pc:docMk/>
          <pc:sldMk cId="3990002975" sldId="2605"/>
        </pc:sldMkLst>
      </pc:sldChg>
      <pc:sldChg chg="addSp modSp mod">
        <pc:chgData name="Ellen Ekholm" userId="651da78a-8c63-41da-9357-3c9a5501d86e" providerId="ADAL" clId="{F8D616E1-2FDE-4130-9A61-95DA889DA2D5}" dt="2025-09-12T06:58:03.157" v="8" actId="1076"/>
        <pc:sldMkLst>
          <pc:docMk/>
          <pc:sldMk cId="2767836497" sldId="2610"/>
        </pc:sldMkLst>
      </pc:sldChg>
    </pc:docChg>
  </pc:docChgLst>
  <pc:docChgLst>
    <pc:chgData name="Agnes Gylbert" userId="e1f529bb-3f65-40a1-be65-b482434f43c1" providerId="ADAL" clId="{9A5236A8-E5E8-422D-A08A-7509C0113BC6}"/>
    <pc:docChg chg="modSld">
      <pc:chgData name="Agnes Gylbert" userId="e1f529bb-3f65-40a1-be65-b482434f43c1" providerId="ADAL" clId="{9A5236A8-E5E8-422D-A08A-7509C0113BC6}" dt="2025-01-30T12:54:37.985" v="0" actId="108"/>
      <pc:docMkLst>
        <pc:docMk/>
      </pc:docMkLst>
      <pc:sldChg chg="modSp mod">
        <pc:chgData name="Agnes Gylbert" userId="e1f529bb-3f65-40a1-be65-b482434f43c1" providerId="ADAL" clId="{9A5236A8-E5E8-422D-A08A-7509C0113BC6}" dt="2025-01-30T12:54:37.985" v="0" actId="108"/>
        <pc:sldMkLst>
          <pc:docMk/>
          <pc:sldMk cId="3452228362" sldId="260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huvu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Platshållare fö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2429B5-4AE9-45AE-AC8A-CA9A214C9AF3}" type="datetimeFigureOut">
              <a:rPr lang="sv-SE" smtClean="0"/>
              <a:t>2025-09-15</a:t>
            </a:fld>
            <a:endParaRPr lang="sv-SE"/>
          </a:p>
        </p:txBody>
      </p:sp>
      <p:sp>
        <p:nvSpPr>
          <p:cNvPr id="4" name="Platshållare för bildobjekt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v-SE"/>
          </a:p>
        </p:txBody>
      </p:sp>
      <p:sp>
        <p:nvSpPr>
          <p:cNvPr id="5" name="Platshållare för anteckninga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401596-2AD4-4482-91BE-F1DBBEF3D3A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652406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5728843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Titelsi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1">
            <a:extLst>
              <a:ext uri="{FF2B5EF4-FFF2-40B4-BE49-F238E27FC236}">
                <a16:creationId xmlns:a16="http://schemas.microsoft.com/office/drawing/2014/main" id="{C8D00888-E1CC-3230-E4E8-EAF45766DF7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75987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182843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sv-SE" sz="36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latin typeface="Lato Light"/>
              <a:ea typeface="Lato Light"/>
              <a:cs typeface="Lato Light"/>
              <a:sym typeface="Lato Light"/>
            </a:endParaRPr>
          </a:p>
        </p:txBody>
      </p:sp>
      <p:pic>
        <p:nvPicPr>
          <p:cNvPr id="3" name="Bildobjekt 2">
            <a:extLst>
              <a:ext uri="{FF2B5EF4-FFF2-40B4-BE49-F238E27FC236}">
                <a16:creationId xmlns:a16="http://schemas.microsoft.com/office/drawing/2014/main" id="{D0BFFD0F-D82F-EDB1-2F85-E05ECF7008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08248" y="4239462"/>
            <a:ext cx="3575504" cy="1314329"/>
          </a:xfrm>
          <a:prstGeom prst="rect">
            <a:avLst/>
          </a:prstGeom>
        </p:spPr>
      </p:pic>
      <p:sp>
        <p:nvSpPr>
          <p:cNvPr id="9" name="Rubrik 7">
            <a:extLst>
              <a:ext uri="{FF2B5EF4-FFF2-40B4-BE49-F238E27FC236}">
                <a16:creationId xmlns:a16="http://schemas.microsoft.com/office/drawing/2014/main" id="{94826339-8F1A-9D1B-17DD-4903FCE6BE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14763" y="1348220"/>
            <a:ext cx="9171710" cy="2096943"/>
          </a:xfrm>
        </p:spPr>
        <p:txBody>
          <a:bodyPr>
            <a:noAutofit/>
          </a:bodyPr>
          <a:lstStyle>
            <a:lvl1pPr algn="ctr">
              <a:defRPr sz="9500">
                <a:solidFill>
                  <a:schemeClr val="bg1"/>
                </a:solidFill>
                <a:latin typeface="TT Commons Classic DemiBold" panose="02000506030000020004" pitchFamily="2" charset="0"/>
              </a:defRPr>
            </a:lvl1pPr>
          </a:lstStyle>
          <a:p>
            <a:r>
              <a:rPr lang="sv-SE"/>
              <a:t>Titel på kurs</a:t>
            </a:r>
          </a:p>
        </p:txBody>
      </p:sp>
      <p:sp>
        <p:nvSpPr>
          <p:cNvPr id="13" name="Platshållare för text 11">
            <a:extLst>
              <a:ext uri="{FF2B5EF4-FFF2-40B4-BE49-F238E27FC236}">
                <a16:creationId xmlns:a16="http://schemas.microsoft.com/office/drawing/2014/main" id="{CC1440E7-FE05-4A75-0A1F-FE16630651B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62475" y="3001963"/>
            <a:ext cx="3556000" cy="461962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  <a:latin typeface="TTCommonsClassic-Regular"/>
              </a:defRPr>
            </a:lvl1pPr>
          </a:lstStyle>
          <a:p>
            <a:pPr lvl="0"/>
            <a:r>
              <a:rPr lang="sv-SE"/>
              <a:t>Föreläsarens namn, datum</a:t>
            </a:r>
          </a:p>
        </p:txBody>
      </p:sp>
    </p:spTree>
    <p:extLst>
      <p:ext uri="{BB962C8B-B14F-4D97-AF65-F5344CB8AC3E}">
        <p14:creationId xmlns:p14="http://schemas.microsoft.com/office/powerpoint/2010/main" val="1654992815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Rubrik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ktangel 10">
            <a:extLst>
              <a:ext uri="{FF2B5EF4-FFF2-40B4-BE49-F238E27FC236}">
                <a16:creationId xmlns:a16="http://schemas.microsoft.com/office/drawing/2014/main" id="{66B9130B-E9C5-4C56-A7CE-D5513F932312}"/>
              </a:ext>
            </a:extLst>
          </p:cNvPr>
          <p:cNvSpPr/>
          <p:nvPr/>
        </p:nvSpPr>
        <p:spPr>
          <a:xfrm>
            <a:off x="8706231" y="919341"/>
            <a:ext cx="3485769" cy="11907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sv-SE" sz="2500" i="1">
                <a:solidFill>
                  <a:schemeClr val="bg1"/>
                </a:solidFill>
                <a:latin typeface="TT Commons Classic" panose="02000506040000020004" pitchFamily="2" charset="0"/>
                <a:cs typeface="Source Sans Pro"/>
              </a:rPr>
              <a:t>En bättre </a:t>
            </a:r>
          </a:p>
          <a:p>
            <a:pPr algn="ctr"/>
            <a:r>
              <a:rPr lang="sv-SE" sz="2500" i="1">
                <a:solidFill>
                  <a:schemeClr val="bg1"/>
                </a:solidFill>
                <a:latin typeface="TT Commons Classic" panose="02000506040000020004" pitchFamily="2" charset="0"/>
                <a:cs typeface="Source Sans Pro"/>
              </a:rPr>
              <a:t>upplevelse!</a:t>
            </a:r>
          </a:p>
          <a:p>
            <a:pPr algn="ctr">
              <a:lnSpc>
                <a:spcPct val="150000"/>
              </a:lnSpc>
            </a:pPr>
            <a:r>
              <a:rPr lang="sv-SE" sz="1500" i="1">
                <a:solidFill>
                  <a:schemeClr val="bg1"/>
                </a:solidFill>
                <a:latin typeface="TT Commons Classic" panose="02000506040000020004" pitchFamily="2" charset="0"/>
                <a:cs typeface="Source Sans Pro"/>
              </a:rPr>
              <a:t>bginstitute.se</a:t>
            </a:r>
            <a:r>
              <a:rPr lang="sv-SE" sz="1600" i="1">
                <a:solidFill>
                  <a:schemeClr val="bg1"/>
                </a:solidFill>
                <a:latin typeface="TT Commons Classic" panose="02000506040000020004" pitchFamily="2" charset="0"/>
                <a:cs typeface="Source Sans Pro"/>
              </a:rPr>
              <a:t> </a:t>
            </a:r>
            <a:endParaRPr lang="sv-SE" sz="1600" i="1">
              <a:solidFill>
                <a:schemeClr val="bg1"/>
              </a:solidFill>
              <a:latin typeface="TT Commons Classic" panose="02000506040000020004" pitchFamily="2" charset="0"/>
            </a:endParaRPr>
          </a:p>
        </p:txBody>
      </p:sp>
      <p:sp>
        <p:nvSpPr>
          <p:cNvPr id="12" name="Rubrik 1">
            <a:extLst>
              <a:ext uri="{FF2B5EF4-FFF2-40B4-BE49-F238E27FC236}">
                <a16:creationId xmlns:a16="http://schemas.microsoft.com/office/drawing/2014/main" id="{B4926E9F-1264-424E-BA3D-EF2DB537F3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52650" y="2766218"/>
            <a:ext cx="7886700" cy="1325563"/>
          </a:xfrm>
          <a:prstGeom prst="rect">
            <a:avLst/>
          </a:prstGeom>
        </p:spPr>
        <p:txBody>
          <a:bodyPr/>
          <a:lstStyle>
            <a:lvl1pPr algn="ctr">
              <a:defRPr sz="3600">
                <a:solidFill>
                  <a:srgbClr val="595C5B"/>
                </a:solidFill>
                <a:latin typeface="TT Commons Classic" panose="02000506040000020004" pitchFamily="2" charset="0"/>
              </a:defRPr>
            </a:lvl1pPr>
          </a:lstStyle>
          <a:p>
            <a:r>
              <a:rPr lang="sv-SE"/>
              <a:t>Kurstitel</a:t>
            </a:r>
            <a:br>
              <a:rPr lang="sv-SE"/>
            </a:br>
            <a:r>
              <a:rPr lang="sv-SE"/>
              <a:t>Namn föreläsare</a:t>
            </a:r>
          </a:p>
        </p:txBody>
      </p:sp>
    </p:spTree>
    <p:extLst>
      <p:ext uri="{BB962C8B-B14F-4D97-AF65-F5344CB8AC3E}">
        <p14:creationId xmlns:p14="http://schemas.microsoft.com/office/powerpoint/2010/main" val="7075650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Rubrik och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789CAF71-BB1D-14CC-B3EE-F3A5175BD7B9}"/>
              </a:ext>
            </a:extLst>
          </p:cNvPr>
          <p:cNvSpPr txBox="1">
            <a:spLocks/>
          </p:cNvSpPr>
          <p:nvPr/>
        </p:nvSpPr>
        <p:spPr>
          <a:xfrm>
            <a:off x="838638" y="365126"/>
            <a:ext cx="10429438" cy="596899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217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b="0" i="0" u="none" strike="noStrike" cap="none" spc="0" baseline="0">
                <a:solidFill>
                  <a:srgbClr val="7F7F7F"/>
                </a:solidFill>
                <a:uFillTx/>
                <a:latin typeface="Montserrat Hairline"/>
                <a:ea typeface="Montserrat Hairline"/>
                <a:cs typeface="Montserrat Hairline"/>
                <a:sym typeface="Montserrat Hairline"/>
              </a:defRPr>
            </a:lvl1pPr>
            <a:lvl2pPr marL="0" marR="0" indent="0" algn="l" defTabSz="914217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b="0" i="0" u="none" strike="noStrike" cap="none" spc="0" baseline="0">
                <a:solidFill>
                  <a:srgbClr val="7F7F7F"/>
                </a:solidFill>
                <a:uFillTx/>
                <a:latin typeface="Montserrat Hairline"/>
                <a:ea typeface="Montserrat Hairline"/>
                <a:cs typeface="Montserrat Hairline"/>
                <a:sym typeface="Montserrat Hairline"/>
              </a:defRPr>
            </a:lvl2pPr>
            <a:lvl3pPr marL="0" marR="0" indent="0" algn="l" defTabSz="914217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b="0" i="0" u="none" strike="noStrike" cap="none" spc="0" baseline="0">
                <a:solidFill>
                  <a:srgbClr val="7F7F7F"/>
                </a:solidFill>
                <a:uFillTx/>
                <a:latin typeface="Montserrat Hairline"/>
                <a:ea typeface="Montserrat Hairline"/>
                <a:cs typeface="Montserrat Hairline"/>
                <a:sym typeface="Montserrat Hairline"/>
              </a:defRPr>
            </a:lvl3pPr>
            <a:lvl4pPr marL="0" marR="0" indent="0" algn="l" defTabSz="914217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b="0" i="0" u="none" strike="noStrike" cap="none" spc="0" baseline="0">
                <a:solidFill>
                  <a:srgbClr val="7F7F7F"/>
                </a:solidFill>
                <a:uFillTx/>
                <a:latin typeface="Montserrat Hairline"/>
                <a:ea typeface="Montserrat Hairline"/>
                <a:cs typeface="Montserrat Hairline"/>
                <a:sym typeface="Montserrat Hairline"/>
              </a:defRPr>
            </a:lvl4pPr>
            <a:lvl5pPr marL="0" marR="0" indent="0" algn="l" defTabSz="914217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b="0" i="0" u="none" strike="noStrike" cap="none" spc="0" baseline="0">
                <a:solidFill>
                  <a:srgbClr val="7F7F7F"/>
                </a:solidFill>
                <a:uFillTx/>
                <a:latin typeface="Montserrat Hairline"/>
                <a:ea typeface="Montserrat Hairline"/>
                <a:cs typeface="Montserrat Hairline"/>
                <a:sym typeface="Montserrat Hairline"/>
              </a:defRPr>
            </a:lvl5pPr>
            <a:lvl6pPr marL="0" marR="0" indent="0" algn="l" defTabSz="914217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b="0" i="0" u="none" strike="noStrike" cap="none" spc="0" baseline="0">
                <a:solidFill>
                  <a:srgbClr val="7F7F7F"/>
                </a:solidFill>
                <a:uFillTx/>
                <a:latin typeface="Montserrat Hairline"/>
                <a:ea typeface="Montserrat Hairline"/>
                <a:cs typeface="Montserrat Hairline"/>
                <a:sym typeface="Montserrat Hairline"/>
              </a:defRPr>
            </a:lvl6pPr>
            <a:lvl7pPr marL="0" marR="0" indent="0" algn="l" defTabSz="914217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b="0" i="0" u="none" strike="noStrike" cap="none" spc="0" baseline="0">
                <a:solidFill>
                  <a:srgbClr val="7F7F7F"/>
                </a:solidFill>
                <a:uFillTx/>
                <a:latin typeface="Montserrat Hairline"/>
                <a:ea typeface="Montserrat Hairline"/>
                <a:cs typeface="Montserrat Hairline"/>
                <a:sym typeface="Montserrat Hairline"/>
              </a:defRPr>
            </a:lvl7pPr>
            <a:lvl8pPr marL="0" marR="0" indent="0" algn="l" defTabSz="914217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b="0" i="0" u="none" strike="noStrike" cap="none" spc="0" baseline="0">
                <a:solidFill>
                  <a:srgbClr val="7F7F7F"/>
                </a:solidFill>
                <a:uFillTx/>
                <a:latin typeface="Montserrat Hairline"/>
                <a:ea typeface="Montserrat Hairline"/>
                <a:cs typeface="Montserrat Hairline"/>
                <a:sym typeface="Montserrat Hairline"/>
              </a:defRPr>
            </a:lvl8pPr>
            <a:lvl9pPr marL="0" marR="0" indent="0" algn="l" defTabSz="914217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b="0" i="0" u="none" strike="noStrike" cap="none" spc="0" baseline="0">
                <a:solidFill>
                  <a:srgbClr val="7F7F7F"/>
                </a:solidFill>
                <a:uFillTx/>
                <a:latin typeface="Montserrat Hairline"/>
                <a:ea typeface="Montserrat Hairline"/>
                <a:cs typeface="Montserrat Hairline"/>
                <a:sym typeface="Montserrat Hairline"/>
              </a:defRPr>
            </a:lvl9pPr>
          </a:lstStyle>
          <a:p>
            <a:endParaRPr lang="sv-SE" kern="0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7BEC0782-769C-A198-39EC-9D236220EA61}"/>
              </a:ext>
            </a:extLst>
          </p:cNvPr>
          <p:cNvSpPr txBox="1">
            <a:spLocks/>
          </p:cNvSpPr>
          <p:nvPr/>
        </p:nvSpPr>
        <p:spPr>
          <a:xfrm>
            <a:off x="856684" y="1481247"/>
            <a:ext cx="9784950" cy="467683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217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solidFill>
                  <a:srgbClr val="7F7F7F"/>
                </a:solidFill>
                <a:uFillTx/>
                <a:latin typeface="Montserrat Hairline"/>
                <a:ea typeface="Montserrat Hairline"/>
                <a:cs typeface="Montserrat Hairline"/>
                <a:sym typeface="Montserrat Hairline"/>
              </a:defRPr>
            </a:lvl1pPr>
            <a:lvl2pPr marL="0" marR="0" indent="457108" algn="l" defTabSz="914217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solidFill>
                  <a:srgbClr val="7F7F7F"/>
                </a:solidFill>
                <a:uFillTx/>
                <a:latin typeface="Montserrat Hairline"/>
                <a:ea typeface="Montserrat Hairline"/>
                <a:cs typeface="Montserrat Hairline"/>
                <a:sym typeface="Montserrat Hairline"/>
              </a:defRPr>
            </a:lvl2pPr>
            <a:lvl3pPr marL="0" marR="0" indent="914217" algn="l" defTabSz="914217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solidFill>
                  <a:srgbClr val="7F7F7F"/>
                </a:solidFill>
                <a:uFillTx/>
                <a:latin typeface="Montserrat Hairline"/>
                <a:ea typeface="Montserrat Hairline"/>
                <a:cs typeface="Montserrat Hairline"/>
                <a:sym typeface="Montserrat Hairline"/>
              </a:defRPr>
            </a:lvl3pPr>
            <a:lvl4pPr marL="0" marR="0" indent="1371326" algn="l" defTabSz="914217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solidFill>
                  <a:srgbClr val="7F7F7F"/>
                </a:solidFill>
                <a:uFillTx/>
                <a:latin typeface="Montserrat Hairline"/>
                <a:ea typeface="Montserrat Hairline"/>
                <a:cs typeface="Montserrat Hairline"/>
                <a:sym typeface="Montserrat Hairline"/>
              </a:defRPr>
            </a:lvl4pPr>
            <a:lvl5pPr marL="0" marR="0" indent="1828434" algn="l" defTabSz="914217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solidFill>
                  <a:srgbClr val="7F7F7F"/>
                </a:solidFill>
                <a:uFillTx/>
                <a:latin typeface="Montserrat Hairline"/>
                <a:ea typeface="Montserrat Hairline"/>
                <a:cs typeface="Montserrat Hairline"/>
                <a:sym typeface="Montserrat Hairline"/>
              </a:defRPr>
            </a:lvl5pPr>
            <a:lvl6pPr marL="2590282" marR="0" indent="-304739" algn="l" defTabSz="914217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2400" b="0" i="0" u="none" strike="noStrike" cap="none" spc="0" baseline="0">
                <a:solidFill>
                  <a:srgbClr val="7F7F7F"/>
                </a:solidFill>
                <a:uFillTx/>
                <a:latin typeface="Montserrat Hairline"/>
                <a:ea typeface="Montserrat Hairline"/>
                <a:cs typeface="Montserrat Hairline"/>
                <a:sym typeface="Montserrat Hairline"/>
              </a:defRPr>
            </a:lvl6pPr>
            <a:lvl7pPr marL="3047390" marR="0" indent="-304739" algn="l" defTabSz="914217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2400" b="0" i="0" u="none" strike="noStrike" cap="none" spc="0" baseline="0">
                <a:solidFill>
                  <a:srgbClr val="7F7F7F"/>
                </a:solidFill>
                <a:uFillTx/>
                <a:latin typeface="Montserrat Hairline"/>
                <a:ea typeface="Montserrat Hairline"/>
                <a:cs typeface="Montserrat Hairline"/>
                <a:sym typeface="Montserrat Hairline"/>
              </a:defRPr>
            </a:lvl7pPr>
            <a:lvl8pPr marL="3504499" marR="0" indent="-304739" algn="l" defTabSz="914217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2400" b="0" i="0" u="none" strike="noStrike" cap="none" spc="0" baseline="0">
                <a:solidFill>
                  <a:srgbClr val="7F7F7F"/>
                </a:solidFill>
                <a:uFillTx/>
                <a:latin typeface="Montserrat Hairline"/>
                <a:ea typeface="Montserrat Hairline"/>
                <a:cs typeface="Montserrat Hairline"/>
                <a:sym typeface="Montserrat Hairline"/>
              </a:defRPr>
            </a:lvl8pPr>
            <a:lvl9pPr marL="3961608" marR="0" indent="-304740" algn="l" defTabSz="914217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2400" b="0" i="0" u="none" strike="noStrike" cap="none" spc="0" baseline="0">
                <a:solidFill>
                  <a:srgbClr val="7F7F7F"/>
                </a:solidFill>
                <a:uFillTx/>
                <a:latin typeface="Montserrat Hairline"/>
                <a:ea typeface="Montserrat Hairline"/>
                <a:cs typeface="Montserrat Hairline"/>
                <a:sym typeface="Montserrat Hairline"/>
              </a:defRPr>
            </a:lvl9pPr>
          </a:lstStyle>
          <a:p>
            <a:endParaRPr lang="sv-SE" kern="0">
              <a:latin typeface="TT Commons Classic Regular" panose="02000506040000020004" pitchFamily="2" charset="0"/>
            </a:endParaRPr>
          </a:p>
        </p:txBody>
      </p:sp>
      <p:sp>
        <p:nvSpPr>
          <p:cNvPr id="10" name="Rubrik 8">
            <a:extLst>
              <a:ext uri="{FF2B5EF4-FFF2-40B4-BE49-F238E27FC236}">
                <a16:creationId xmlns:a16="http://schemas.microsoft.com/office/drawing/2014/main" id="{4DA16E25-8F2C-C161-8863-79E68CEDE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636" y="517236"/>
            <a:ext cx="10658764" cy="618838"/>
          </a:xfrm>
        </p:spPr>
        <p:txBody>
          <a:bodyPr>
            <a:normAutofit/>
          </a:bodyPr>
          <a:lstStyle>
            <a:lvl1pPr>
              <a:defRPr sz="3600">
                <a:solidFill>
                  <a:srgbClr val="595C5B"/>
                </a:solidFill>
                <a:latin typeface="TT Commons"/>
              </a:defRPr>
            </a:lvl1pPr>
          </a:lstStyle>
          <a:p>
            <a:r>
              <a:rPr lang="sv-SE"/>
              <a:t>Klicka här för att ändra mall för rubrikformat</a:t>
            </a:r>
          </a:p>
        </p:txBody>
      </p:sp>
      <p:sp>
        <p:nvSpPr>
          <p:cNvPr id="13" name="Platshållare för text 11">
            <a:extLst>
              <a:ext uri="{FF2B5EF4-FFF2-40B4-BE49-F238E27FC236}">
                <a16:creationId xmlns:a16="http://schemas.microsoft.com/office/drawing/2014/main" id="{C759BDAB-617A-9A14-6325-904478A0C78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06475" y="1625600"/>
            <a:ext cx="9790113" cy="4664075"/>
          </a:xfrm>
        </p:spPr>
        <p:txBody>
          <a:bodyPr>
            <a:normAutofit/>
          </a:bodyPr>
          <a:lstStyle>
            <a:lvl1pPr>
              <a:defRPr sz="2800">
                <a:solidFill>
                  <a:srgbClr val="595C5B"/>
                </a:solidFill>
                <a:latin typeface="TT Commons"/>
              </a:defRPr>
            </a:lvl1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</p:spTree>
    <p:extLst>
      <p:ext uri="{BB962C8B-B14F-4D97-AF65-F5344CB8AC3E}">
        <p14:creationId xmlns:p14="http://schemas.microsoft.com/office/powerpoint/2010/main" val="541548666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npassad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ubrik 12">
            <a:extLst>
              <a:ext uri="{FF2B5EF4-FFF2-40B4-BE49-F238E27FC236}">
                <a16:creationId xmlns:a16="http://schemas.microsoft.com/office/drawing/2014/main" id="{CDFF007C-A67B-A0AB-4404-BF0632351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272" y="332509"/>
            <a:ext cx="10751127" cy="646546"/>
          </a:xfrm>
        </p:spPr>
        <p:txBody>
          <a:bodyPr>
            <a:normAutofit/>
          </a:bodyPr>
          <a:lstStyle>
            <a:lvl1pPr>
              <a:defRPr sz="3600">
                <a:solidFill>
                  <a:srgbClr val="595C5B"/>
                </a:solidFill>
                <a:latin typeface="TT Commons"/>
              </a:defRPr>
            </a:lvl1pPr>
          </a:lstStyle>
          <a:p>
            <a:r>
              <a:rPr lang="sv-SE"/>
              <a:t>Klicka här för att ändra mall för rubrikformat</a:t>
            </a:r>
          </a:p>
        </p:txBody>
      </p:sp>
      <p:sp>
        <p:nvSpPr>
          <p:cNvPr id="17" name="Platshållare för text 15">
            <a:extLst>
              <a:ext uri="{FF2B5EF4-FFF2-40B4-BE49-F238E27FC236}">
                <a16:creationId xmlns:a16="http://schemas.microsoft.com/office/drawing/2014/main" id="{F565533E-F32E-120D-F59A-C2D701CB1A2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95350" y="1441450"/>
            <a:ext cx="4322763" cy="3140075"/>
          </a:xfrm>
        </p:spPr>
        <p:txBody>
          <a:bodyPr>
            <a:normAutofit/>
          </a:bodyPr>
          <a:lstStyle>
            <a:lvl1pPr>
              <a:defRPr sz="2800">
                <a:latin typeface="TT Commons" panose="02000506040000020004"/>
              </a:defRPr>
            </a:lvl1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18" name="Platshållare för text 15">
            <a:extLst>
              <a:ext uri="{FF2B5EF4-FFF2-40B4-BE49-F238E27FC236}">
                <a16:creationId xmlns:a16="http://schemas.microsoft.com/office/drawing/2014/main" id="{A7409830-7647-1458-6561-DA9EB5EABA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903605" y="1446068"/>
            <a:ext cx="4322763" cy="3140075"/>
          </a:xfrm>
        </p:spPr>
        <p:txBody>
          <a:bodyPr>
            <a:normAutofit/>
          </a:bodyPr>
          <a:lstStyle>
            <a:lvl1pPr>
              <a:defRPr sz="2800">
                <a:latin typeface="TT Commons" panose="02000506040000020004"/>
              </a:defRPr>
            </a:lvl1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</p:spTree>
    <p:extLst>
      <p:ext uri="{BB962C8B-B14F-4D97-AF65-F5344CB8AC3E}">
        <p14:creationId xmlns:p14="http://schemas.microsoft.com/office/powerpoint/2010/main" val="3341441354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d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118449" y="6053356"/>
            <a:ext cx="1485614" cy="546101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extruta 3"/>
          <p:cNvSpPr txBox="1"/>
          <p:nvPr/>
        </p:nvSpPr>
        <p:spPr>
          <a:xfrm>
            <a:off x="11199613" y="457200"/>
            <a:ext cx="79830" cy="2308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none" lIns="22860" rIns="22860">
            <a:spAutoFit/>
          </a:bodyPr>
          <a:lstStyle/>
          <a:p>
            <a:r>
              <a:rPr sz="900"/>
              <a:t>´</a:t>
            </a:r>
          </a:p>
        </p:txBody>
      </p:sp>
      <p:sp>
        <p:nvSpPr>
          <p:cNvPr id="4" name="Titeltext"/>
          <p:cNvSpPr txBox="1">
            <a:spLocks noGrp="1"/>
          </p:cNvSpPr>
          <p:nvPr>
            <p:ph type="title"/>
          </p:nvPr>
        </p:nvSpPr>
        <p:spPr>
          <a:xfrm>
            <a:off x="609600" y="92075"/>
            <a:ext cx="1097280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Titeltext</a:t>
            </a:r>
          </a:p>
        </p:txBody>
      </p:sp>
      <p:sp>
        <p:nvSpPr>
          <p:cNvPr id="5" name="Brödtext nivå ett…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91421" tIns="91421" rIns="91421" bIns="91421">
            <a:normAutofit/>
          </a:bodyPr>
          <a:lstStyle/>
          <a:p>
            <a:r>
              <a:t>Brödtext nivå ett</a:t>
            </a:r>
          </a:p>
          <a:p>
            <a:pPr lvl="1"/>
            <a:r>
              <a:t>Brödtext nivå två</a:t>
            </a:r>
          </a:p>
          <a:p>
            <a:pPr lvl="2"/>
            <a:r>
              <a:t>Brödtext nivå tre</a:t>
            </a:r>
          </a:p>
          <a:p>
            <a:pPr lvl="3"/>
            <a:r>
              <a:t>Brödtext nivå fyra</a:t>
            </a:r>
          </a:p>
          <a:p>
            <a:pPr lvl="4"/>
            <a:r>
              <a:t>Brödtext nivå fem</a:t>
            </a:r>
          </a:p>
        </p:txBody>
      </p:sp>
      <p:sp>
        <p:nvSpPr>
          <p:cNvPr id="6" name="Diabildsnummer"/>
          <p:cNvSpPr txBox="1">
            <a:spLocks noGrp="1"/>
          </p:cNvSpPr>
          <p:nvPr>
            <p:ph type="sldNum" sz="quarter" idx="2"/>
          </p:nvPr>
        </p:nvSpPr>
        <p:spPr>
          <a:xfrm>
            <a:off x="8555502" y="6264017"/>
            <a:ext cx="182099" cy="184666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6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69352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20" r:id="rId2"/>
    <p:sldLayoutId id="2147483668" r:id="rId3"/>
    <p:sldLayoutId id="2147483721" r:id="rId4"/>
  </p:sldLayoutIdLst>
  <p:transition spd="med"/>
  <p:txStyles>
    <p:titleStyle>
      <a:lvl1pPr marL="0" marR="0" indent="0" algn="l" defTabSz="914217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0" baseline="0">
          <a:solidFill>
            <a:srgbClr val="7F7F7F"/>
          </a:solidFill>
          <a:uFillTx/>
          <a:latin typeface="Montserrat Hairline"/>
          <a:ea typeface="Montserrat Hairline"/>
          <a:cs typeface="Montserrat Hairline"/>
          <a:sym typeface="Montserrat Hairline"/>
        </a:defRPr>
      </a:lvl1pPr>
      <a:lvl2pPr marL="0" marR="0" indent="0" algn="l" defTabSz="914217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0" baseline="0">
          <a:solidFill>
            <a:srgbClr val="7F7F7F"/>
          </a:solidFill>
          <a:uFillTx/>
          <a:latin typeface="Montserrat Hairline"/>
          <a:ea typeface="Montserrat Hairline"/>
          <a:cs typeface="Montserrat Hairline"/>
          <a:sym typeface="Montserrat Hairline"/>
        </a:defRPr>
      </a:lvl2pPr>
      <a:lvl3pPr marL="0" marR="0" indent="0" algn="l" defTabSz="914217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0" baseline="0">
          <a:solidFill>
            <a:srgbClr val="7F7F7F"/>
          </a:solidFill>
          <a:uFillTx/>
          <a:latin typeface="Montserrat Hairline"/>
          <a:ea typeface="Montserrat Hairline"/>
          <a:cs typeface="Montserrat Hairline"/>
          <a:sym typeface="Montserrat Hairline"/>
        </a:defRPr>
      </a:lvl3pPr>
      <a:lvl4pPr marL="0" marR="0" indent="0" algn="l" defTabSz="914217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0" baseline="0">
          <a:solidFill>
            <a:srgbClr val="7F7F7F"/>
          </a:solidFill>
          <a:uFillTx/>
          <a:latin typeface="Montserrat Hairline"/>
          <a:ea typeface="Montserrat Hairline"/>
          <a:cs typeface="Montserrat Hairline"/>
          <a:sym typeface="Montserrat Hairline"/>
        </a:defRPr>
      </a:lvl4pPr>
      <a:lvl5pPr marL="0" marR="0" indent="0" algn="l" defTabSz="914217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0" baseline="0">
          <a:solidFill>
            <a:srgbClr val="7F7F7F"/>
          </a:solidFill>
          <a:uFillTx/>
          <a:latin typeface="Montserrat Hairline"/>
          <a:ea typeface="Montserrat Hairline"/>
          <a:cs typeface="Montserrat Hairline"/>
          <a:sym typeface="Montserrat Hairline"/>
        </a:defRPr>
      </a:lvl5pPr>
      <a:lvl6pPr marL="0" marR="0" indent="0" algn="l" defTabSz="914217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0" baseline="0">
          <a:solidFill>
            <a:srgbClr val="7F7F7F"/>
          </a:solidFill>
          <a:uFillTx/>
          <a:latin typeface="Montserrat Hairline"/>
          <a:ea typeface="Montserrat Hairline"/>
          <a:cs typeface="Montserrat Hairline"/>
          <a:sym typeface="Montserrat Hairline"/>
        </a:defRPr>
      </a:lvl6pPr>
      <a:lvl7pPr marL="0" marR="0" indent="0" algn="l" defTabSz="914217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0" baseline="0">
          <a:solidFill>
            <a:srgbClr val="7F7F7F"/>
          </a:solidFill>
          <a:uFillTx/>
          <a:latin typeface="Montserrat Hairline"/>
          <a:ea typeface="Montserrat Hairline"/>
          <a:cs typeface="Montserrat Hairline"/>
          <a:sym typeface="Montserrat Hairline"/>
        </a:defRPr>
      </a:lvl7pPr>
      <a:lvl8pPr marL="0" marR="0" indent="0" algn="l" defTabSz="914217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0" baseline="0">
          <a:solidFill>
            <a:srgbClr val="7F7F7F"/>
          </a:solidFill>
          <a:uFillTx/>
          <a:latin typeface="Montserrat Hairline"/>
          <a:ea typeface="Montserrat Hairline"/>
          <a:cs typeface="Montserrat Hairline"/>
          <a:sym typeface="Montserrat Hairline"/>
        </a:defRPr>
      </a:lvl8pPr>
      <a:lvl9pPr marL="0" marR="0" indent="0" algn="l" defTabSz="914217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0" baseline="0">
          <a:solidFill>
            <a:srgbClr val="7F7F7F"/>
          </a:solidFill>
          <a:uFillTx/>
          <a:latin typeface="Montserrat Hairline"/>
          <a:ea typeface="Montserrat Hairline"/>
          <a:cs typeface="Montserrat Hairline"/>
          <a:sym typeface="Montserrat Hairline"/>
        </a:defRPr>
      </a:lvl9pPr>
    </p:titleStyle>
    <p:bodyStyle>
      <a:lvl1pPr marL="0" marR="0" indent="0" algn="l" defTabSz="914217" rtl="0" latinLnBrk="0">
        <a:lnSpc>
          <a:spcPct val="90000"/>
        </a:lnSpc>
        <a:spcBef>
          <a:spcPts val="100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rgbClr val="7F7F7F"/>
          </a:solidFill>
          <a:uFillTx/>
          <a:latin typeface="Montserrat Hairline"/>
          <a:ea typeface="Montserrat Hairline"/>
          <a:cs typeface="Montserrat Hairline"/>
          <a:sym typeface="Montserrat Hairline"/>
        </a:defRPr>
      </a:lvl1pPr>
      <a:lvl2pPr marL="0" marR="0" indent="457108" algn="l" defTabSz="914217" rtl="0" latinLnBrk="0">
        <a:lnSpc>
          <a:spcPct val="90000"/>
        </a:lnSpc>
        <a:spcBef>
          <a:spcPts val="100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rgbClr val="7F7F7F"/>
          </a:solidFill>
          <a:uFillTx/>
          <a:latin typeface="Montserrat Hairline"/>
          <a:ea typeface="Montserrat Hairline"/>
          <a:cs typeface="Montserrat Hairline"/>
          <a:sym typeface="Montserrat Hairline"/>
        </a:defRPr>
      </a:lvl2pPr>
      <a:lvl3pPr marL="0" marR="0" indent="914217" algn="l" defTabSz="914217" rtl="0" latinLnBrk="0">
        <a:lnSpc>
          <a:spcPct val="90000"/>
        </a:lnSpc>
        <a:spcBef>
          <a:spcPts val="100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rgbClr val="7F7F7F"/>
          </a:solidFill>
          <a:uFillTx/>
          <a:latin typeface="Montserrat Hairline"/>
          <a:ea typeface="Montserrat Hairline"/>
          <a:cs typeface="Montserrat Hairline"/>
          <a:sym typeface="Montserrat Hairline"/>
        </a:defRPr>
      </a:lvl3pPr>
      <a:lvl4pPr marL="0" marR="0" indent="1371326" algn="l" defTabSz="914217" rtl="0" latinLnBrk="0">
        <a:lnSpc>
          <a:spcPct val="90000"/>
        </a:lnSpc>
        <a:spcBef>
          <a:spcPts val="100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rgbClr val="7F7F7F"/>
          </a:solidFill>
          <a:uFillTx/>
          <a:latin typeface="Montserrat Hairline"/>
          <a:ea typeface="Montserrat Hairline"/>
          <a:cs typeface="Montserrat Hairline"/>
          <a:sym typeface="Montserrat Hairline"/>
        </a:defRPr>
      </a:lvl4pPr>
      <a:lvl5pPr marL="0" marR="0" indent="1828434" algn="l" defTabSz="914217" rtl="0" latinLnBrk="0">
        <a:lnSpc>
          <a:spcPct val="90000"/>
        </a:lnSpc>
        <a:spcBef>
          <a:spcPts val="100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rgbClr val="7F7F7F"/>
          </a:solidFill>
          <a:uFillTx/>
          <a:latin typeface="Montserrat Hairline"/>
          <a:ea typeface="Montserrat Hairline"/>
          <a:cs typeface="Montserrat Hairline"/>
          <a:sym typeface="Montserrat Hairline"/>
        </a:defRPr>
      </a:lvl5pPr>
      <a:lvl6pPr marL="2590282" marR="0" indent="-304739" algn="l" defTabSz="914217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sz="2400" b="0" i="0" u="none" strike="noStrike" cap="none" spc="0" baseline="0">
          <a:solidFill>
            <a:srgbClr val="7F7F7F"/>
          </a:solidFill>
          <a:uFillTx/>
          <a:latin typeface="Montserrat Hairline"/>
          <a:ea typeface="Montserrat Hairline"/>
          <a:cs typeface="Montserrat Hairline"/>
          <a:sym typeface="Montserrat Hairline"/>
        </a:defRPr>
      </a:lvl6pPr>
      <a:lvl7pPr marL="3047390" marR="0" indent="-304739" algn="l" defTabSz="914217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sz="2400" b="0" i="0" u="none" strike="noStrike" cap="none" spc="0" baseline="0">
          <a:solidFill>
            <a:srgbClr val="7F7F7F"/>
          </a:solidFill>
          <a:uFillTx/>
          <a:latin typeface="Montserrat Hairline"/>
          <a:ea typeface="Montserrat Hairline"/>
          <a:cs typeface="Montserrat Hairline"/>
          <a:sym typeface="Montserrat Hairline"/>
        </a:defRPr>
      </a:lvl7pPr>
      <a:lvl8pPr marL="3504499" marR="0" indent="-304739" algn="l" defTabSz="914217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sz="2400" b="0" i="0" u="none" strike="noStrike" cap="none" spc="0" baseline="0">
          <a:solidFill>
            <a:srgbClr val="7F7F7F"/>
          </a:solidFill>
          <a:uFillTx/>
          <a:latin typeface="Montserrat Hairline"/>
          <a:ea typeface="Montserrat Hairline"/>
          <a:cs typeface="Montserrat Hairline"/>
          <a:sym typeface="Montserrat Hairline"/>
        </a:defRPr>
      </a:lvl8pPr>
      <a:lvl9pPr marL="3961608" marR="0" indent="-304740" algn="l" defTabSz="914217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sz="2400" b="0" i="0" u="none" strike="noStrike" cap="none" spc="0" baseline="0">
          <a:solidFill>
            <a:srgbClr val="7F7F7F"/>
          </a:solidFill>
          <a:uFillTx/>
          <a:latin typeface="Montserrat Hairline"/>
          <a:ea typeface="Montserrat Hairline"/>
          <a:cs typeface="Montserrat Hairline"/>
          <a:sym typeface="Montserrat Hairline"/>
        </a:defRPr>
      </a:lvl9pPr>
    </p:bodyStyle>
    <p:otherStyle>
      <a:lvl1pPr marL="0" marR="0" indent="0" algn="r" defTabSz="91421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Lato Light"/>
        </a:defRPr>
      </a:lvl1pPr>
      <a:lvl2pPr marL="0" marR="0" indent="457108" algn="r" defTabSz="91421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Lato Light"/>
        </a:defRPr>
      </a:lvl2pPr>
      <a:lvl3pPr marL="0" marR="0" indent="914217" algn="r" defTabSz="91421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Lato Light"/>
        </a:defRPr>
      </a:lvl3pPr>
      <a:lvl4pPr marL="0" marR="0" indent="1371326" algn="r" defTabSz="91421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Lato Light"/>
        </a:defRPr>
      </a:lvl4pPr>
      <a:lvl5pPr marL="0" marR="0" indent="1828434" algn="r" defTabSz="91421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Lato Light"/>
        </a:defRPr>
      </a:lvl5pPr>
      <a:lvl6pPr marL="0" marR="0" indent="2285543" algn="r" defTabSz="91421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Lato Light"/>
        </a:defRPr>
      </a:lvl6pPr>
      <a:lvl7pPr marL="0" marR="0" indent="2742652" algn="r" defTabSz="91421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Lato Light"/>
        </a:defRPr>
      </a:lvl7pPr>
      <a:lvl8pPr marL="0" marR="0" indent="3199760" algn="r" defTabSz="91421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Lato Light"/>
        </a:defRPr>
      </a:lvl8pPr>
      <a:lvl9pPr marL="0" marR="0" indent="3656869" algn="r" defTabSz="91421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Lato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ubrik 2">
            <a:extLst>
              <a:ext uri="{FF2B5EF4-FFF2-40B4-BE49-F238E27FC236}">
                <a16:creationId xmlns:a16="http://schemas.microsoft.com/office/drawing/2014/main" id="{DC454CF4-0C61-614D-96FB-7C0800146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5190" y="1337900"/>
            <a:ext cx="9141619" cy="2091101"/>
          </a:xfrm>
        </p:spPr>
        <p:txBody>
          <a:bodyPr anchor="ctr">
            <a:normAutofit/>
          </a:bodyPr>
          <a:lstStyle/>
          <a:p>
            <a:r>
              <a:rPr lang="sv-SE" sz="9500" b="1" dirty="0">
                <a:solidFill>
                  <a:schemeClr val="bg1"/>
                </a:solidFill>
                <a:latin typeface="TT Commons Classic DemiBold" panose="02000506040000020004" pitchFamily="2" charset="77"/>
              </a:rPr>
              <a:t>Titel på kurs</a:t>
            </a:r>
          </a:p>
        </p:txBody>
      </p:sp>
      <p:sp>
        <p:nvSpPr>
          <p:cNvPr id="4" name="textruta 3">
            <a:extLst>
              <a:ext uri="{FF2B5EF4-FFF2-40B4-BE49-F238E27FC236}">
                <a16:creationId xmlns:a16="http://schemas.microsoft.com/office/drawing/2014/main" id="{3F2EC5D6-99F5-FB4D-8F65-151F4909B7D5}"/>
              </a:ext>
            </a:extLst>
          </p:cNvPr>
          <p:cNvSpPr txBox="1"/>
          <p:nvPr/>
        </p:nvSpPr>
        <p:spPr>
          <a:xfrm>
            <a:off x="4573588" y="3013502"/>
            <a:ext cx="35133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v-SE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T Commons" panose="02000506040000020004" pitchFamily="2" charset="77"/>
                <a:cs typeface="Calibri Light"/>
              </a:rPr>
              <a:t>Föreläsarens namn, datum</a:t>
            </a:r>
          </a:p>
        </p:txBody>
      </p:sp>
    </p:spTree>
    <p:extLst>
      <p:ext uri="{BB962C8B-B14F-4D97-AF65-F5344CB8AC3E}">
        <p14:creationId xmlns:p14="http://schemas.microsoft.com/office/powerpoint/2010/main" val="39900029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AFB8A310-B8AA-72DC-46FA-744BE340A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v-SE" sz="3600" kern="0">
                <a:solidFill>
                  <a:srgbClr val="3F4443"/>
                </a:solidFill>
                <a:latin typeface="TTCommonsClassic-Regular"/>
              </a:rPr>
              <a:t>Kort presentation om dig/er</a:t>
            </a:r>
            <a:endParaRPr lang="sv-SE"/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8D413C05-A37B-3992-BE9B-C4D3425174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sv-SE" sz="2800" kern="0">
                <a:solidFill>
                  <a:srgbClr val="3F4443"/>
                </a:solidFill>
                <a:latin typeface="TTCommonsClassic-Regular"/>
                <a:ea typeface="+mn-ea"/>
                <a:cs typeface="+mn-cs"/>
                <a:sym typeface="Calibri Light"/>
              </a:rPr>
              <a:t>Kort presentation av dig själv</a:t>
            </a:r>
          </a:p>
          <a:p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7678364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AFB8A310-B8AA-72DC-46FA-744BE340A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v-SE" sz="3600" kern="0" dirty="0">
                <a:solidFill>
                  <a:srgbClr val="3F4443"/>
                </a:solidFill>
                <a:latin typeface="TTCommonsClassic-Regular"/>
              </a:rPr>
              <a:t>Några tips för att sätta ihop din Power Point:</a:t>
            </a:r>
            <a:endParaRPr lang="sv-SE" dirty="0"/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8D413C05-A37B-3992-BE9B-C4D3425174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sv-SE" sz="2800" kern="0" dirty="0">
                <a:solidFill>
                  <a:srgbClr val="3F4443"/>
                </a:solidFill>
                <a:latin typeface="TTCommonsClassic-Regular"/>
                <a:ea typeface="+mn-ea"/>
                <a:cs typeface="+mn-cs"/>
                <a:sym typeface="Calibri Light"/>
              </a:rPr>
              <a:t>Teckenstorleken ska vara i storlek 28 så texten syns </a:t>
            </a:r>
            <a:br>
              <a:rPr lang="sv-SE" sz="2800" kern="0" dirty="0">
                <a:solidFill>
                  <a:srgbClr val="3F4443"/>
                </a:solidFill>
                <a:latin typeface="TTCommonsClassic-Regular"/>
                <a:ea typeface="+mn-ea"/>
                <a:cs typeface="+mn-cs"/>
                <a:sym typeface="Calibri Light"/>
              </a:rPr>
            </a:br>
            <a:r>
              <a:rPr lang="sv-SE" sz="2800" kern="0" dirty="0">
                <a:solidFill>
                  <a:srgbClr val="3F4443"/>
                </a:solidFill>
                <a:latin typeface="TTCommonsClassic-Regular"/>
                <a:ea typeface="+mn-ea"/>
                <a:cs typeface="+mn-cs"/>
                <a:sym typeface="Calibri Light"/>
              </a:rPr>
              <a:t>tydligt i sändning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sv-SE" sz="2800" kern="0" dirty="0">
                <a:solidFill>
                  <a:srgbClr val="3F4443"/>
                </a:solidFill>
                <a:latin typeface="TTCommonsClassic-Regular"/>
                <a:ea typeface="+mn-ea"/>
                <a:cs typeface="+mn-cs"/>
                <a:sym typeface="Calibri Light"/>
              </a:rPr>
              <a:t>Tänk på att inte ha för omfattande text på varje bild 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sv-SE" sz="2800" kern="0" dirty="0">
                <a:solidFill>
                  <a:srgbClr val="3F4443"/>
                </a:solidFill>
                <a:latin typeface="TTCommonsClassic-Regular"/>
                <a:ea typeface="+mn-ea"/>
                <a:cs typeface="+mn-cs"/>
                <a:sym typeface="Calibri Light"/>
              </a:rPr>
              <a:t>Håll all text innanför textrutan 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sv-SE" sz="2800" kern="0" dirty="0">
                <a:solidFill>
                  <a:srgbClr val="3F4443"/>
                </a:solidFill>
                <a:latin typeface="TTCommonsClassic-Regular"/>
                <a:ea typeface="+mn-ea"/>
                <a:cs typeface="+mn-cs"/>
                <a:sym typeface="Calibri Light"/>
              </a:rPr>
              <a:t>Använd stödord </a:t>
            </a:r>
            <a:r>
              <a:rPr lang="sv-SE" dirty="0">
                <a:solidFill>
                  <a:srgbClr val="3F4443"/>
                </a:solidFill>
                <a:latin typeface="TTCommonsClassic-Regular"/>
                <a:ea typeface="+mn-ea"/>
                <a:cs typeface="+mn-cs"/>
                <a:sym typeface="Calibri Light"/>
              </a:rPr>
              <a:t>istället</a:t>
            </a:r>
            <a:r>
              <a:rPr lang="sv-SE" sz="2800" kern="0" dirty="0">
                <a:solidFill>
                  <a:srgbClr val="3F4443"/>
                </a:solidFill>
                <a:latin typeface="TTCommonsClassic-Regular"/>
                <a:ea typeface="+mn-ea"/>
                <a:cs typeface="+mn-cs"/>
                <a:sym typeface="Calibri Light"/>
              </a:rPr>
              <a:t> för fullständiga anteckningar</a:t>
            </a:r>
            <a:br>
              <a:rPr lang="sv-SE" sz="2800" kern="0" dirty="0">
                <a:solidFill>
                  <a:srgbClr val="3F4443"/>
                </a:solidFill>
                <a:latin typeface="TTCommonsClassic-Regular"/>
                <a:ea typeface="+mn-ea"/>
                <a:cs typeface="+mn-cs"/>
                <a:sym typeface="Calibri Light"/>
              </a:rPr>
            </a:br>
            <a:r>
              <a:rPr lang="sv-SE" sz="2800" kern="0" dirty="0">
                <a:solidFill>
                  <a:srgbClr val="3F4443"/>
                </a:solidFill>
                <a:latin typeface="TTCommonsClassic-Regular"/>
                <a:ea typeface="+mn-ea"/>
                <a:cs typeface="+mn-cs"/>
                <a:sym typeface="Calibri Light"/>
              </a:rPr>
              <a:t>(anteckningar kan du lägga osynligt nedan i presentationen)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sv-SE" sz="2800" kern="0" dirty="0">
                <a:solidFill>
                  <a:srgbClr val="3F4443"/>
                </a:solidFill>
                <a:latin typeface="TTCommonsClassic-Regular"/>
                <a:ea typeface="+mn-ea"/>
                <a:cs typeface="+mn-cs"/>
                <a:sym typeface="Calibri Light"/>
              </a:rPr>
              <a:t>Hänvisar du till en lagtext, ta då endast med enstaka </a:t>
            </a:r>
            <a:br>
              <a:rPr lang="sv-SE" sz="2800" kern="0" dirty="0">
                <a:solidFill>
                  <a:srgbClr val="3F4443"/>
                </a:solidFill>
                <a:latin typeface="TTCommonsClassic-Regular"/>
                <a:ea typeface="+mn-ea"/>
                <a:cs typeface="+mn-cs"/>
                <a:sym typeface="Calibri Light"/>
              </a:rPr>
            </a:br>
            <a:r>
              <a:rPr lang="sv-SE" sz="2800" kern="0" dirty="0">
                <a:solidFill>
                  <a:srgbClr val="3F4443"/>
                </a:solidFill>
                <a:latin typeface="TTCommonsClassic-Regular"/>
                <a:ea typeface="+mn-ea"/>
                <a:cs typeface="+mn-cs"/>
                <a:sym typeface="Calibri Light"/>
              </a:rPr>
              <a:t>paragrafer eller kapitel. </a:t>
            </a:r>
          </a:p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452228362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4ED0792D-8D7E-BEF1-1918-F328017E7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0" lang="sv-SE" sz="3600" b="0" i="0" u="none" strike="noStrike" kern="0" cap="none" spc="0" normalizeH="0" baseline="0" noProof="0">
                <a:ln>
                  <a:noFill/>
                </a:ln>
                <a:solidFill>
                  <a:srgbClr val="3F4443"/>
                </a:solidFill>
                <a:effectLst/>
                <a:uLnTx/>
                <a:uFillTx/>
                <a:latin typeface="TTCommonsClassic-Regular"/>
                <a:sym typeface="Montserrat Hairline"/>
              </a:rPr>
              <a:t>Några tips för att sätta ihop din Power Point:</a:t>
            </a:r>
            <a:endParaRPr lang="sv-SE"/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814B540D-24DE-3C0A-7F58-4A2DD3C2DD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pPr marR="0" lvl="0" algn="l" defTabSz="914217" rtl="0" eaLnBrk="1" fontAlgn="auto" latinLnBrk="0" hangingPunct="1">
              <a:lnSpc>
                <a:spcPct val="107000"/>
              </a:lnSpc>
              <a:spcBef>
                <a:spcPts val="1000"/>
              </a:spcBef>
              <a:spcAft>
                <a:spcPts val="800"/>
              </a:spcAft>
              <a:buClrTx/>
              <a:buSzTx/>
              <a:tabLst>
                <a:tab pos="457200" algn="l"/>
              </a:tabLst>
              <a:defRPr/>
            </a:pPr>
            <a:r>
              <a:rPr kumimoji="0" lang="sv-SE" sz="2800" b="0" i="0" u="none" strike="noStrike" kern="0" cap="none" spc="0" normalizeH="0" baseline="0" noProof="0">
                <a:ln>
                  <a:noFill/>
                </a:ln>
                <a:solidFill>
                  <a:srgbClr val="3F4443"/>
                </a:solidFill>
                <a:effectLst/>
                <a:uLnTx/>
                <a:uFillTx/>
                <a:latin typeface="TTCommonsClassic-Regular"/>
                <a:ea typeface="+mn-ea"/>
                <a:cs typeface="Calibri Light"/>
                <a:sym typeface="Calibri Light"/>
              </a:rPr>
              <a:t>Teckenstorleken ska vara i storlek 28 så texten syns </a:t>
            </a:r>
            <a:br>
              <a:rPr kumimoji="0" lang="sv-SE" sz="2800" b="0" i="0" u="none" strike="noStrike" kern="0" cap="none" spc="0" normalizeH="0" baseline="0" noProof="0">
                <a:ln>
                  <a:noFill/>
                </a:ln>
                <a:solidFill>
                  <a:srgbClr val="3F4443"/>
                </a:solidFill>
                <a:effectLst/>
                <a:uLnTx/>
                <a:uFillTx/>
                <a:latin typeface="TTCommonsClassic-Regular"/>
                <a:ea typeface="+mn-ea"/>
                <a:cs typeface="Calibri Light"/>
                <a:sym typeface="Calibri Light"/>
              </a:rPr>
            </a:br>
            <a:r>
              <a:rPr kumimoji="0" lang="sv-SE" sz="2800" b="0" i="0" u="none" strike="noStrike" kern="0" cap="none" spc="0" normalizeH="0" baseline="0" noProof="0">
                <a:ln>
                  <a:noFill/>
                </a:ln>
                <a:solidFill>
                  <a:srgbClr val="3F4443"/>
                </a:solidFill>
                <a:effectLst/>
                <a:uLnTx/>
                <a:uFillTx/>
                <a:latin typeface="TTCommonsClassic-Regular"/>
                <a:ea typeface="+mn-ea"/>
                <a:cs typeface="Calibri Light"/>
                <a:sym typeface="Calibri Light"/>
              </a:rPr>
              <a:t>tydligt i sändning</a:t>
            </a:r>
          </a:p>
          <a:p>
            <a:pPr marR="0" lvl="0" algn="l" defTabSz="914217" rtl="0" eaLnBrk="1" fontAlgn="auto" latinLnBrk="0" hangingPunct="1">
              <a:lnSpc>
                <a:spcPct val="107000"/>
              </a:lnSpc>
              <a:spcBef>
                <a:spcPts val="1000"/>
              </a:spcBef>
              <a:spcAft>
                <a:spcPts val="800"/>
              </a:spcAft>
              <a:buClrTx/>
              <a:buSzTx/>
              <a:tabLst>
                <a:tab pos="457200" algn="l"/>
              </a:tabLst>
              <a:defRPr/>
            </a:pPr>
            <a:r>
              <a:rPr kumimoji="0" lang="sv-SE" sz="2800" b="0" i="0" u="none" strike="noStrike" kern="0" cap="none" spc="0" normalizeH="0" baseline="0" noProof="0">
                <a:ln>
                  <a:noFill/>
                </a:ln>
                <a:solidFill>
                  <a:srgbClr val="3F4443"/>
                </a:solidFill>
                <a:effectLst/>
                <a:uLnTx/>
                <a:uFillTx/>
                <a:latin typeface="TTCommonsClassic-Regular"/>
                <a:ea typeface="+mn-ea"/>
                <a:cs typeface="Calibri Light"/>
                <a:sym typeface="Calibri Light"/>
              </a:rPr>
              <a:t>Tänk på att inte ha för omfattande text på varje bild </a:t>
            </a:r>
          </a:p>
          <a:p>
            <a:pPr marR="0" lvl="0" algn="l" defTabSz="914217" rtl="0" eaLnBrk="1" fontAlgn="auto" latinLnBrk="0" hangingPunct="1">
              <a:lnSpc>
                <a:spcPct val="107000"/>
              </a:lnSpc>
              <a:spcBef>
                <a:spcPts val="1000"/>
              </a:spcBef>
              <a:spcAft>
                <a:spcPts val="800"/>
              </a:spcAft>
              <a:buClrTx/>
              <a:buSzTx/>
              <a:tabLst>
                <a:tab pos="457200" algn="l"/>
              </a:tabLst>
              <a:defRPr/>
            </a:pPr>
            <a:r>
              <a:rPr kumimoji="0" lang="sv-SE" sz="2800" b="0" i="0" u="none" strike="noStrike" kern="0" cap="none" spc="0" normalizeH="0" baseline="0" noProof="0">
                <a:ln>
                  <a:noFill/>
                </a:ln>
                <a:solidFill>
                  <a:srgbClr val="3F4443"/>
                </a:solidFill>
                <a:effectLst/>
                <a:uLnTx/>
                <a:uFillTx/>
                <a:latin typeface="TTCommonsClassic-Regular"/>
                <a:ea typeface="+mn-ea"/>
                <a:cs typeface="Calibri Light"/>
                <a:sym typeface="Calibri Light"/>
              </a:rPr>
              <a:t>Håll all text innanför textrutan </a:t>
            </a:r>
          </a:p>
          <a:p>
            <a:pPr marR="0" lvl="0" algn="l" defTabSz="914217" rtl="0" eaLnBrk="1" fontAlgn="auto" latinLnBrk="0" hangingPunct="1">
              <a:lnSpc>
                <a:spcPct val="107000"/>
              </a:lnSpc>
              <a:spcBef>
                <a:spcPts val="1000"/>
              </a:spcBef>
              <a:spcAft>
                <a:spcPts val="800"/>
              </a:spcAft>
              <a:buClrTx/>
              <a:buSzTx/>
              <a:tabLst>
                <a:tab pos="457200" algn="l"/>
              </a:tabLst>
              <a:defRPr/>
            </a:pPr>
            <a:r>
              <a:rPr kumimoji="0" lang="sv-SE" sz="2800" b="0" i="0" u="none" strike="noStrike" kern="0" cap="none" spc="0" normalizeH="0" baseline="0" noProof="0">
                <a:ln>
                  <a:noFill/>
                </a:ln>
                <a:solidFill>
                  <a:srgbClr val="3F4443"/>
                </a:solidFill>
                <a:effectLst/>
                <a:uLnTx/>
                <a:uFillTx/>
                <a:latin typeface="TTCommonsClassic-Regular"/>
                <a:ea typeface="+mn-ea"/>
                <a:cs typeface="Calibri Light"/>
                <a:sym typeface="Calibri Light"/>
              </a:rPr>
              <a:t>Använd stödord istället för fullständiga anteckningar</a:t>
            </a:r>
            <a:br>
              <a:rPr kumimoji="0" lang="sv-SE" sz="2800" b="0" i="0" u="none" strike="noStrike" kern="0" cap="none" spc="0" normalizeH="0" baseline="0" noProof="0">
                <a:ln>
                  <a:noFill/>
                </a:ln>
                <a:solidFill>
                  <a:srgbClr val="3F4443"/>
                </a:solidFill>
                <a:effectLst/>
                <a:uLnTx/>
                <a:uFillTx/>
                <a:latin typeface="TTCommonsClassic-Regular"/>
                <a:ea typeface="+mn-ea"/>
                <a:cs typeface="Calibri Light"/>
                <a:sym typeface="Calibri Light"/>
              </a:rPr>
            </a:br>
            <a:r>
              <a:rPr kumimoji="0" lang="sv-SE" sz="2800" b="0" i="0" u="none" strike="noStrike" kern="0" cap="none" spc="0" normalizeH="0" baseline="0" noProof="0">
                <a:ln>
                  <a:noFill/>
                </a:ln>
                <a:solidFill>
                  <a:srgbClr val="3F4443"/>
                </a:solidFill>
                <a:effectLst/>
                <a:uLnTx/>
                <a:uFillTx/>
                <a:latin typeface="TTCommonsClassic-Regular"/>
                <a:ea typeface="+mn-ea"/>
                <a:cs typeface="Calibri Light"/>
                <a:sym typeface="Calibri Light"/>
              </a:rPr>
              <a:t>(anteckningar kan du lägga osynligt nedan i presentationen)</a:t>
            </a:r>
          </a:p>
          <a:p>
            <a:pPr marR="0" lvl="0" algn="l" defTabSz="914217" rtl="0" eaLnBrk="1" fontAlgn="auto" latinLnBrk="0" hangingPunct="1">
              <a:lnSpc>
                <a:spcPct val="107000"/>
              </a:lnSpc>
              <a:spcBef>
                <a:spcPts val="1000"/>
              </a:spcBef>
              <a:spcAft>
                <a:spcPts val="800"/>
              </a:spcAft>
              <a:buClrTx/>
              <a:buSzTx/>
              <a:tabLst>
                <a:tab pos="457200" algn="l"/>
              </a:tabLst>
              <a:defRPr/>
            </a:pPr>
            <a:r>
              <a:rPr kumimoji="0" lang="sv-SE" sz="2800" b="0" i="0" u="none" strike="noStrike" kern="0" cap="none" spc="0" normalizeH="0" baseline="0" noProof="0">
                <a:ln>
                  <a:noFill/>
                </a:ln>
                <a:solidFill>
                  <a:srgbClr val="3F4443"/>
                </a:solidFill>
                <a:effectLst/>
                <a:uLnTx/>
                <a:uFillTx/>
                <a:latin typeface="TTCommonsClassic-Regular"/>
                <a:ea typeface="+mn-ea"/>
                <a:cs typeface="Calibri Light"/>
                <a:sym typeface="Calibri Light"/>
              </a:rPr>
              <a:t>Hänvisar du till en lagtext, ta då endast med enstaka </a:t>
            </a:r>
            <a:br>
              <a:rPr kumimoji="0" lang="sv-SE" sz="2800" b="0" i="0" u="none" strike="noStrike" kern="0" cap="none" spc="0" normalizeH="0" baseline="0" noProof="0">
                <a:ln>
                  <a:noFill/>
                </a:ln>
                <a:solidFill>
                  <a:srgbClr val="3F4443"/>
                </a:solidFill>
                <a:effectLst/>
                <a:uLnTx/>
                <a:uFillTx/>
                <a:latin typeface="TTCommonsClassic-Regular"/>
                <a:ea typeface="+mn-ea"/>
                <a:cs typeface="Calibri Light"/>
                <a:sym typeface="Calibri Light"/>
              </a:rPr>
            </a:br>
            <a:r>
              <a:rPr kumimoji="0" lang="sv-SE" sz="2800" b="0" i="0" u="none" strike="noStrike" kern="0" cap="none" spc="0" normalizeH="0" baseline="0" noProof="0">
                <a:ln>
                  <a:noFill/>
                </a:ln>
                <a:solidFill>
                  <a:srgbClr val="3F4443"/>
                </a:solidFill>
                <a:effectLst/>
                <a:uLnTx/>
                <a:uFillTx/>
                <a:latin typeface="TTCommonsClassic-Regular"/>
                <a:ea typeface="+mn-ea"/>
                <a:cs typeface="Calibri Light"/>
                <a:sym typeface="Calibri Light"/>
              </a:rPr>
              <a:t>paragrafer eller kapitel. </a:t>
            </a:r>
          </a:p>
          <a:p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630081108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TextBox 8"/>
          <p:cNvSpPr txBox="1"/>
          <p:nvPr/>
        </p:nvSpPr>
        <p:spPr>
          <a:xfrm>
            <a:off x="916695" y="1469874"/>
            <a:ext cx="4295283" cy="31085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2860" rIns="22860">
            <a:spAutoFit/>
          </a:bodyPr>
          <a:lstStyle/>
          <a:p>
            <a:pPr defTabSz="914217" hangingPunct="0">
              <a:defRPr sz="3200">
                <a:solidFill>
                  <a:srgbClr val="000000"/>
                </a:solidFill>
                <a:latin typeface="TTCommonsClassic-Regular"/>
                <a:ea typeface="TTCommonsClassic-Regular"/>
                <a:cs typeface="TTCommonsClassic-Regular"/>
                <a:sym typeface="TTCommonsClassic-Regular"/>
              </a:defRPr>
            </a:pPr>
            <a:r>
              <a:rPr sz="2800" kern="0" err="1">
                <a:solidFill>
                  <a:srgbClr val="3F4443"/>
                </a:solidFill>
                <a:latin typeface="TTCommonsClassic-Regular"/>
                <a:sym typeface="TTCommonsClassic-Regular"/>
              </a:rPr>
              <a:t>Brödtext</a:t>
            </a:r>
            <a:r>
              <a:rPr sz="2800" kern="0">
                <a:solidFill>
                  <a:srgbClr val="3F4443"/>
                </a:solidFill>
                <a:latin typeface="TTCommonsClassic-Regular"/>
                <a:sym typeface="TTCommonsClassic-Regular"/>
              </a:rPr>
              <a:t>: TT Commons Regular </a:t>
            </a:r>
          </a:p>
          <a:p>
            <a:pPr defTabSz="914217" hangingPunct="0">
              <a:defRPr sz="3200">
                <a:solidFill>
                  <a:srgbClr val="000000"/>
                </a:solidFill>
                <a:latin typeface="TTCommonsClassic-Regular"/>
                <a:ea typeface="TTCommonsClassic-Regular"/>
                <a:cs typeface="TTCommonsClassic-Regular"/>
                <a:sym typeface="TTCommonsClassic-Regular"/>
              </a:defRPr>
            </a:pPr>
            <a:r>
              <a:rPr sz="2800" kern="0">
                <a:solidFill>
                  <a:srgbClr val="3F4443"/>
                </a:solidFill>
                <a:latin typeface="TTCommonsClassic-Regular"/>
                <a:sym typeface="TTCommonsClassic-Regular"/>
              </a:rPr>
              <a:t>Lorem ipsum dolor sit </a:t>
            </a:r>
            <a:r>
              <a:rPr sz="2800" kern="0" err="1">
                <a:solidFill>
                  <a:srgbClr val="3F4443"/>
                </a:solidFill>
                <a:latin typeface="TTCommonsClassic-Regular"/>
                <a:sym typeface="TTCommonsClassic-Regular"/>
              </a:rPr>
              <a:t>amet</a:t>
            </a:r>
            <a:r>
              <a:rPr sz="2800" kern="0">
                <a:solidFill>
                  <a:srgbClr val="3F4443"/>
                </a:solidFill>
                <a:latin typeface="TTCommonsClassic-Regular"/>
                <a:sym typeface="TTCommonsClassic-Regular"/>
              </a:rPr>
              <a:t>, </a:t>
            </a:r>
            <a:r>
              <a:rPr sz="2800" kern="0" err="1">
                <a:solidFill>
                  <a:srgbClr val="3F4443"/>
                </a:solidFill>
                <a:latin typeface="TTCommonsClassic-Regular"/>
                <a:sym typeface="TTCommonsClassic-Regular"/>
              </a:rPr>
              <a:t>consectetur</a:t>
            </a:r>
            <a:r>
              <a:rPr sz="2800" kern="0">
                <a:solidFill>
                  <a:srgbClr val="3F4443"/>
                </a:solidFill>
                <a:latin typeface="TTCommonsClassic-Regular"/>
                <a:sym typeface="TTCommonsClassic-Regular"/>
              </a:rPr>
              <a:t> </a:t>
            </a:r>
            <a:r>
              <a:rPr sz="2800" kern="0" err="1">
                <a:solidFill>
                  <a:srgbClr val="3F4443"/>
                </a:solidFill>
                <a:latin typeface="TTCommonsClassic-Regular"/>
                <a:sym typeface="TTCommonsClassic-Regular"/>
              </a:rPr>
              <a:t>adipiscing</a:t>
            </a:r>
            <a:r>
              <a:rPr sz="2800" kern="0">
                <a:solidFill>
                  <a:srgbClr val="3F4443"/>
                </a:solidFill>
                <a:latin typeface="TTCommonsClassic-Regular"/>
                <a:sym typeface="TTCommonsClassic-Regular"/>
              </a:rPr>
              <a:t> </a:t>
            </a:r>
            <a:r>
              <a:rPr sz="2800" kern="0" err="1">
                <a:solidFill>
                  <a:srgbClr val="3F4443"/>
                </a:solidFill>
                <a:latin typeface="TTCommonsClassic-Regular"/>
                <a:sym typeface="TTCommonsClassic-Regular"/>
              </a:rPr>
              <a:t>elit</a:t>
            </a:r>
            <a:r>
              <a:rPr sz="2800" kern="0">
                <a:solidFill>
                  <a:srgbClr val="3F4443"/>
                </a:solidFill>
                <a:latin typeface="TTCommonsClassic-Regular"/>
                <a:sym typeface="TTCommonsClassic-Regular"/>
              </a:rPr>
              <a:t>, sed do </a:t>
            </a:r>
            <a:r>
              <a:rPr sz="2800" kern="0" err="1">
                <a:solidFill>
                  <a:srgbClr val="3F4443"/>
                </a:solidFill>
                <a:latin typeface="TTCommonsClassic-Regular"/>
                <a:sym typeface="TTCommonsClassic-Regular"/>
              </a:rPr>
              <a:t>eiusmod</a:t>
            </a:r>
            <a:r>
              <a:rPr sz="2800" kern="0">
                <a:solidFill>
                  <a:srgbClr val="3F4443"/>
                </a:solidFill>
                <a:latin typeface="TTCommonsClassic-Regular"/>
                <a:sym typeface="TTCommonsClassic-Regular"/>
              </a:rPr>
              <a:t> </a:t>
            </a:r>
            <a:r>
              <a:rPr sz="2800" kern="0" err="1">
                <a:solidFill>
                  <a:srgbClr val="3F4443"/>
                </a:solidFill>
                <a:latin typeface="TTCommonsClassic-Regular"/>
                <a:sym typeface="TTCommonsClassic-Regular"/>
              </a:rPr>
              <a:t>tempor</a:t>
            </a:r>
            <a:r>
              <a:rPr sz="2800" kern="0">
                <a:solidFill>
                  <a:srgbClr val="3F4443"/>
                </a:solidFill>
                <a:latin typeface="TTCommonsClassic-Regular"/>
                <a:sym typeface="TTCommonsClassic-Regular"/>
              </a:rPr>
              <a:t> </a:t>
            </a:r>
            <a:r>
              <a:rPr sz="2800" kern="0" err="1">
                <a:solidFill>
                  <a:srgbClr val="3F4443"/>
                </a:solidFill>
                <a:latin typeface="TTCommonsClassic-Regular"/>
                <a:sym typeface="TTCommonsClassic-Regular"/>
              </a:rPr>
              <a:t>incididunt</a:t>
            </a:r>
            <a:r>
              <a:rPr sz="2800" kern="0">
                <a:solidFill>
                  <a:srgbClr val="3F4443"/>
                </a:solidFill>
                <a:latin typeface="TTCommonsClassic-Regular"/>
                <a:sym typeface="TTCommonsClassic-Regular"/>
              </a:rPr>
              <a:t> </a:t>
            </a:r>
            <a:r>
              <a:rPr sz="2800" kern="0" err="1">
                <a:solidFill>
                  <a:srgbClr val="3F4443"/>
                </a:solidFill>
                <a:latin typeface="TTCommonsClassic-Regular"/>
                <a:sym typeface="TTCommonsClassic-Regular"/>
              </a:rPr>
              <a:t>ut</a:t>
            </a:r>
            <a:r>
              <a:rPr sz="2800" kern="0">
                <a:solidFill>
                  <a:srgbClr val="3F4443"/>
                </a:solidFill>
                <a:latin typeface="TTCommonsClassic-Regular"/>
                <a:sym typeface="TTCommonsClassic-Regular"/>
              </a:rPr>
              <a:t> labore et dolore magna </a:t>
            </a:r>
            <a:r>
              <a:rPr sz="2800" kern="0" err="1">
                <a:solidFill>
                  <a:srgbClr val="3F4443"/>
                </a:solidFill>
                <a:latin typeface="TTCommonsClassic-Regular"/>
                <a:sym typeface="TTCommonsClassic-Regular"/>
              </a:rPr>
              <a:t>aliqua</a:t>
            </a:r>
            <a:r>
              <a:rPr sz="2800" kern="0">
                <a:solidFill>
                  <a:srgbClr val="3F4443"/>
                </a:solidFill>
                <a:latin typeface="TTCommonsClassic-Regular"/>
                <a:sym typeface="TTCommonsClassic-Regular"/>
              </a:rPr>
              <a:t>. </a:t>
            </a:r>
          </a:p>
        </p:txBody>
      </p:sp>
      <p:sp>
        <p:nvSpPr>
          <p:cNvPr id="603" name="TextBox 5"/>
          <p:cNvSpPr txBox="1"/>
          <p:nvPr/>
        </p:nvSpPr>
        <p:spPr>
          <a:xfrm>
            <a:off x="6980024" y="1469874"/>
            <a:ext cx="4295283" cy="31085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22860" rIns="22860">
            <a:spAutoFit/>
          </a:bodyPr>
          <a:lstStyle/>
          <a:p>
            <a:pPr defTabSz="914217" hangingPunct="0">
              <a:defRPr sz="3200">
                <a:solidFill>
                  <a:srgbClr val="000000"/>
                </a:solidFill>
                <a:latin typeface="TTCommonsClassic-Regular"/>
                <a:ea typeface="TTCommonsClassic-Regular"/>
                <a:cs typeface="TTCommonsClassic-Regular"/>
                <a:sym typeface="TTCommonsClassic-Regular"/>
              </a:defRPr>
            </a:pPr>
            <a:r>
              <a:rPr sz="2800" kern="0" err="1">
                <a:solidFill>
                  <a:srgbClr val="3F4443"/>
                </a:solidFill>
                <a:latin typeface="TTCommonsClassic-Regular"/>
                <a:sym typeface="TTCommonsClassic-Regular"/>
              </a:rPr>
              <a:t>Brödtext</a:t>
            </a:r>
            <a:r>
              <a:rPr sz="2800" kern="0">
                <a:solidFill>
                  <a:srgbClr val="3F4443"/>
                </a:solidFill>
                <a:latin typeface="TTCommonsClassic-Regular"/>
                <a:sym typeface="TTCommonsClassic-Regular"/>
              </a:rPr>
              <a:t>: TT Commons Regular </a:t>
            </a:r>
          </a:p>
          <a:p>
            <a:pPr defTabSz="914217" hangingPunct="0">
              <a:defRPr sz="3200">
                <a:solidFill>
                  <a:srgbClr val="000000"/>
                </a:solidFill>
                <a:latin typeface="TTCommonsClassic-Regular"/>
                <a:ea typeface="TTCommonsClassic-Regular"/>
                <a:cs typeface="TTCommonsClassic-Regular"/>
                <a:sym typeface="TTCommonsClassic-Regular"/>
              </a:defRPr>
            </a:pPr>
            <a:r>
              <a:rPr sz="2800" kern="0">
                <a:solidFill>
                  <a:srgbClr val="3F4443"/>
                </a:solidFill>
                <a:latin typeface="TTCommonsClassic-Regular"/>
                <a:sym typeface="TTCommonsClassic-Regular"/>
              </a:rPr>
              <a:t>Lorem ipsum dolor sit </a:t>
            </a:r>
            <a:r>
              <a:rPr sz="2800" kern="0" err="1">
                <a:solidFill>
                  <a:srgbClr val="3F4443"/>
                </a:solidFill>
                <a:latin typeface="TTCommonsClassic-Regular"/>
                <a:sym typeface="TTCommonsClassic-Regular"/>
              </a:rPr>
              <a:t>amet</a:t>
            </a:r>
            <a:r>
              <a:rPr sz="2800" kern="0">
                <a:solidFill>
                  <a:srgbClr val="3F4443"/>
                </a:solidFill>
                <a:latin typeface="TTCommonsClassic-Regular"/>
                <a:sym typeface="TTCommonsClassic-Regular"/>
              </a:rPr>
              <a:t>, </a:t>
            </a:r>
            <a:r>
              <a:rPr sz="2800" kern="0" err="1">
                <a:solidFill>
                  <a:srgbClr val="3F4443"/>
                </a:solidFill>
                <a:latin typeface="TTCommonsClassic-Regular"/>
                <a:sym typeface="TTCommonsClassic-Regular"/>
              </a:rPr>
              <a:t>consectetur</a:t>
            </a:r>
            <a:r>
              <a:rPr sz="2800" kern="0">
                <a:solidFill>
                  <a:srgbClr val="3F4443"/>
                </a:solidFill>
                <a:latin typeface="TTCommonsClassic-Regular"/>
                <a:sym typeface="TTCommonsClassic-Regular"/>
              </a:rPr>
              <a:t> </a:t>
            </a:r>
            <a:r>
              <a:rPr sz="2800" kern="0" err="1">
                <a:solidFill>
                  <a:srgbClr val="3F4443"/>
                </a:solidFill>
                <a:latin typeface="TTCommonsClassic-Regular"/>
                <a:sym typeface="TTCommonsClassic-Regular"/>
              </a:rPr>
              <a:t>adipiscing</a:t>
            </a:r>
            <a:r>
              <a:rPr sz="2800" kern="0">
                <a:solidFill>
                  <a:srgbClr val="3F4443"/>
                </a:solidFill>
                <a:latin typeface="TTCommonsClassic-Regular"/>
                <a:sym typeface="TTCommonsClassic-Regular"/>
              </a:rPr>
              <a:t> </a:t>
            </a:r>
            <a:r>
              <a:rPr sz="2800" kern="0" err="1">
                <a:solidFill>
                  <a:srgbClr val="3F4443"/>
                </a:solidFill>
                <a:latin typeface="TTCommonsClassic-Regular"/>
                <a:sym typeface="TTCommonsClassic-Regular"/>
              </a:rPr>
              <a:t>elit</a:t>
            </a:r>
            <a:r>
              <a:rPr sz="2800" kern="0">
                <a:solidFill>
                  <a:srgbClr val="3F4443"/>
                </a:solidFill>
                <a:latin typeface="TTCommonsClassic-Regular"/>
                <a:sym typeface="TTCommonsClassic-Regular"/>
              </a:rPr>
              <a:t>, sed do </a:t>
            </a:r>
            <a:r>
              <a:rPr sz="2800" kern="0" err="1">
                <a:solidFill>
                  <a:srgbClr val="3F4443"/>
                </a:solidFill>
                <a:latin typeface="TTCommonsClassic-Regular"/>
                <a:sym typeface="TTCommonsClassic-Regular"/>
              </a:rPr>
              <a:t>eiusmod</a:t>
            </a:r>
            <a:r>
              <a:rPr sz="2800" kern="0">
                <a:solidFill>
                  <a:srgbClr val="3F4443"/>
                </a:solidFill>
                <a:latin typeface="TTCommonsClassic-Regular"/>
                <a:sym typeface="TTCommonsClassic-Regular"/>
              </a:rPr>
              <a:t> </a:t>
            </a:r>
            <a:r>
              <a:rPr sz="2800" kern="0" err="1">
                <a:solidFill>
                  <a:srgbClr val="3F4443"/>
                </a:solidFill>
                <a:latin typeface="TTCommonsClassic-Regular"/>
                <a:sym typeface="TTCommonsClassic-Regular"/>
              </a:rPr>
              <a:t>tempor</a:t>
            </a:r>
            <a:r>
              <a:rPr sz="2800" kern="0">
                <a:solidFill>
                  <a:srgbClr val="3F4443"/>
                </a:solidFill>
                <a:latin typeface="TTCommonsClassic-Regular"/>
                <a:sym typeface="TTCommonsClassic-Regular"/>
              </a:rPr>
              <a:t> </a:t>
            </a:r>
            <a:r>
              <a:rPr sz="2800" kern="0" err="1">
                <a:solidFill>
                  <a:srgbClr val="3F4443"/>
                </a:solidFill>
                <a:latin typeface="TTCommonsClassic-Regular"/>
                <a:sym typeface="TTCommonsClassic-Regular"/>
              </a:rPr>
              <a:t>incididunt</a:t>
            </a:r>
            <a:r>
              <a:rPr sz="2800" kern="0">
                <a:solidFill>
                  <a:srgbClr val="3F4443"/>
                </a:solidFill>
                <a:latin typeface="TTCommonsClassic-Regular"/>
                <a:sym typeface="TTCommonsClassic-Regular"/>
              </a:rPr>
              <a:t> </a:t>
            </a:r>
            <a:r>
              <a:rPr sz="2800" kern="0" err="1">
                <a:solidFill>
                  <a:srgbClr val="3F4443"/>
                </a:solidFill>
                <a:latin typeface="TTCommonsClassic-Regular"/>
                <a:sym typeface="TTCommonsClassic-Regular"/>
              </a:rPr>
              <a:t>ut</a:t>
            </a:r>
            <a:r>
              <a:rPr sz="2800" kern="0">
                <a:solidFill>
                  <a:srgbClr val="3F4443"/>
                </a:solidFill>
                <a:latin typeface="TTCommonsClassic-Regular"/>
                <a:sym typeface="TTCommonsClassic-Regular"/>
              </a:rPr>
              <a:t> labore et dolore magna </a:t>
            </a:r>
            <a:r>
              <a:rPr sz="2800" kern="0" err="1">
                <a:solidFill>
                  <a:srgbClr val="3F4443"/>
                </a:solidFill>
                <a:latin typeface="TTCommonsClassic-Regular"/>
                <a:sym typeface="TTCommonsClassic-Regular"/>
              </a:rPr>
              <a:t>aliqua</a:t>
            </a:r>
            <a:r>
              <a:rPr sz="2800" kern="0">
                <a:solidFill>
                  <a:srgbClr val="3F4443"/>
                </a:solidFill>
                <a:latin typeface="TTCommonsClassic-Regular"/>
                <a:sym typeface="TTCommonsClassic-Regular"/>
              </a:rPr>
              <a:t>. </a:t>
            </a:r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5CFBFA8B-C7F1-7F9B-7AF7-9BB9242A5A14}"/>
              </a:ext>
            </a:extLst>
          </p:cNvPr>
          <p:cNvSpPr txBox="1">
            <a:spLocks/>
          </p:cNvSpPr>
          <p:nvPr/>
        </p:nvSpPr>
        <p:spPr>
          <a:xfrm>
            <a:off x="838638" y="365126"/>
            <a:ext cx="10429438" cy="596899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217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b="0" i="0" u="none" strike="noStrike" cap="none" spc="0" baseline="0">
                <a:solidFill>
                  <a:srgbClr val="7F7F7F"/>
                </a:solidFill>
                <a:uFillTx/>
                <a:latin typeface="Montserrat Hairline"/>
                <a:ea typeface="Montserrat Hairline"/>
                <a:cs typeface="Montserrat Hairline"/>
                <a:sym typeface="Montserrat Hairline"/>
              </a:defRPr>
            </a:lvl1pPr>
            <a:lvl2pPr marL="0" marR="0" indent="0" algn="l" defTabSz="914217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b="0" i="0" u="none" strike="noStrike" cap="none" spc="0" baseline="0">
                <a:solidFill>
                  <a:srgbClr val="7F7F7F"/>
                </a:solidFill>
                <a:uFillTx/>
                <a:latin typeface="Montserrat Hairline"/>
                <a:ea typeface="Montserrat Hairline"/>
                <a:cs typeface="Montserrat Hairline"/>
                <a:sym typeface="Montserrat Hairline"/>
              </a:defRPr>
            </a:lvl2pPr>
            <a:lvl3pPr marL="0" marR="0" indent="0" algn="l" defTabSz="914217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b="0" i="0" u="none" strike="noStrike" cap="none" spc="0" baseline="0">
                <a:solidFill>
                  <a:srgbClr val="7F7F7F"/>
                </a:solidFill>
                <a:uFillTx/>
                <a:latin typeface="Montserrat Hairline"/>
                <a:ea typeface="Montserrat Hairline"/>
                <a:cs typeface="Montserrat Hairline"/>
                <a:sym typeface="Montserrat Hairline"/>
              </a:defRPr>
            </a:lvl3pPr>
            <a:lvl4pPr marL="0" marR="0" indent="0" algn="l" defTabSz="914217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b="0" i="0" u="none" strike="noStrike" cap="none" spc="0" baseline="0">
                <a:solidFill>
                  <a:srgbClr val="7F7F7F"/>
                </a:solidFill>
                <a:uFillTx/>
                <a:latin typeface="Montserrat Hairline"/>
                <a:ea typeface="Montserrat Hairline"/>
                <a:cs typeface="Montserrat Hairline"/>
                <a:sym typeface="Montserrat Hairline"/>
              </a:defRPr>
            </a:lvl4pPr>
            <a:lvl5pPr marL="0" marR="0" indent="0" algn="l" defTabSz="914217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b="0" i="0" u="none" strike="noStrike" cap="none" spc="0" baseline="0">
                <a:solidFill>
                  <a:srgbClr val="7F7F7F"/>
                </a:solidFill>
                <a:uFillTx/>
                <a:latin typeface="Montserrat Hairline"/>
                <a:ea typeface="Montserrat Hairline"/>
                <a:cs typeface="Montserrat Hairline"/>
                <a:sym typeface="Montserrat Hairline"/>
              </a:defRPr>
            </a:lvl5pPr>
            <a:lvl6pPr marL="0" marR="0" indent="0" algn="l" defTabSz="914217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b="0" i="0" u="none" strike="noStrike" cap="none" spc="0" baseline="0">
                <a:solidFill>
                  <a:srgbClr val="7F7F7F"/>
                </a:solidFill>
                <a:uFillTx/>
                <a:latin typeface="Montserrat Hairline"/>
                <a:ea typeface="Montserrat Hairline"/>
                <a:cs typeface="Montserrat Hairline"/>
                <a:sym typeface="Montserrat Hairline"/>
              </a:defRPr>
            </a:lvl6pPr>
            <a:lvl7pPr marL="0" marR="0" indent="0" algn="l" defTabSz="914217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b="0" i="0" u="none" strike="noStrike" cap="none" spc="0" baseline="0">
                <a:solidFill>
                  <a:srgbClr val="7F7F7F"/>
                </a:solidFill>
                <a:uFillTx/>
                <a:latin typeface="Montserrat Hairline"/>
                <a:ea typeface="Montserrat Hairline"/>
                <a:cs typeface="Montserrat Hairline"/>
                <a:sym typeface="Montserrat Hairline"/>
              </a:defRPr>
            </a:lvl7pPr>
            <a:lvl8pPr marL="0" marR="0" indent="0" algn="l" defTabSz="914217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b="0" i="0" u="none" strike="noStrike" cap="none" spc="0" baseline="0">
                <a:solidFill>
                  <a:srgbClr val="7F7F7F"/>
                </a:solidFill>
                <a:uFillTx/>
                <a:latin typeface="Montserrat Hairline"/>
                <a:ea typeface="Montserrat Hairline"/>
                <a:cs typeface="Montserrat Hairline"/>
                <a:sym typeface="Montserrat Hairline"/>
              </a:defRPr>
            </a:lvl8pPr>
            <a:lvl9pPr marL="0" marR="0" indent="0" algn="l" defTabSz="914217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b="0" i="0" u="none" strike="noStrike" cap="none" spc="0" baseline="0">
                <a:solidFill>
                  <a:srgbClr val="7F7F7F"/>
                </a:solidFill>
                <a:uFillTx/>
                <a:latin typeface="Montserrat Hairline"/>
                <a:ea typeface="Montserrat Hairline"/>
                <a:cs typeface="Montserrat Hairline"/>
                <a:sym typeface="Montserrat Hairline"/>
              </a:defRPr>
            </a:lvl9pPr>
          </a:lstStyle>
          <a:p>
            <a:r>
              <a:rPr lang="sv-SE" sz="3600" kern="0">
                <a:solidFill>
                  <a:srgbClr val="3F4443"/>
                </a:solidFill>
                <a:latin typeface="TTCommonsClassic-Regular"/>
              </a:rPr>
              <a:t>Rubrik</a:t>
            </a:r>
            <a:endParaRPr lang="sv-SE" kern="0"/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ubrik 5">
            <a:extLst>
              <a:ext uri="{FF2B5EF4-FFF2-40B4-BE49-F238E27FC236}">
                <a16:creationId xmlns:a16="http://schemas.microsoft.com/office/drawing/2014/main" id="{32E5EB90-F0FD-5F75-C1F5-F66B66898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v-SE" sz="4000">
                <a:solidFill>
                  <a:srgbClr val="3F4443"/>
                </a:solidFill>
                <a:latin typeface="TTCommonsClassic-Regular"/>
              </a:rPr>
              <a:t>Pass I</a:t>
            </a:r>
            <a:br>
              <a:rPr lang="sv-SE" sz="4000">
                <a:solidFill>
                  <a:srgbClr val="3F4443"/>
                </a:solidFill>
                <a:latin typeface="TTCommonsClassic-Regular"/>
              </a:rPr>
            </a:br>
            <a:r>
              <a:rPr lang="sv-SE" sz="4000">
                <a:solidFill>
                  <a:srgbClr val="3F4443"/>
                </a:solidFill>
                <a:latin typeface="TTCommonsClassic-Regular"/>
              </a:rPr>
              <a:t>Information om passet </a:t>
            </a:r>
            <a:br>
              <a:rPr lang="sv-SE" sz="4400"/>
            </a:br>
            <a:r>
              <a:rPr lang="sv-SE" sz="440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497949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ubrik 5">
            <a:extLst>
              <a:ext uri="{FF2B5EF4-FFF2-40B4-BE49-F238E27FC236}">
                <a16:creationId xmlns:a16="http://schemas.microsoft.com/office/drawing/2014/main" id="{32E5EB90-F0FD-5F75-C1F5-F66B66898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2701" y="2719565"/>
            <a:ext cx="9566599" cy="1325563"/>
          </a:xfrm>
        </p:spPr>
        <p:txBody>
          <a:bodyPr>
            <a:normAutofit fontScale="90000"/>
          </a:bodyPr>
          <a:lstStyle/>
          <a:p>
            <a:r>
              <a:rPr lang="sv-SE" sz="4000">
                <a:solidFill>
                  <a:srgbClr val="3F4443"/>
                </a:solidFill>
                <a:latin typeface="TTCommonsClassic-Regular"/>
              </a:rPr>
              <a:t>Tack!</a:t>
            </a:r>
            <a:br>
              <a:rPr lang="sv-SE" sz="4000">
                <a:solidFill>
                  <a:srgbClr val="3F4443"/>
                </a:solidFill>
                <a:latin typeface="TTCommonsClassic-Regular"/>
              </a:rPr>
            </a:br>
            <a:r>
              <a:rPr lang="sv-SE" sz="4000">
                <a:solidFill>
                  <a:srgbClr val="3F4443"/>
                </a:solidFill>
                <a:latin typeface="TTCommonsClassic-Regular"/>
              </a:rPr>
              <a:t>Har du några frågor kring kursintyg m.m.</a:t>
            </a:r>
            <a:br>
              <a:rPr lang="sv-SE" sz="4000">
                <a:solidFill>
                  <a:srgbClr val="3F4443"/>
                </a:solidFill>
                <a:latin typeface="TTCommonsClassic-Regular"/>
              </a:rPr>
            </a:br>
            <a:r>
              <a:rPr lang="sv-SE" sz="4000">
                <a:solidFill>
                  <a:srgbClr val="3F4443"/>
                </a:solidFill>
                <a:latin typeface="TTCommonsClassic-Regular"/>
              </a:rPr>
              <a:t>skicka ett mejl till kursinformation@bginstitute.se</a:t>
            </a:r>
            <a:endParaRPr lang="sv-SE" sz="4400"/>
          </a:p>
        </p:txBody>
      </p:sp>
    </p:spTree>
    <p:extLst>
      <p:ext uri="{BB962C8B-B14F-4D97-AF65-F5344CB8AC3E}">
        <p14:creationId xmlns:p14="http://schemas.microsoft.com/office/powerpoint/2010/main" val="1332424632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Theme">
  <a:themeElements>
    <a:clrScheme name="Default Theme">
      <a:dk1>
        <a:srgbClr val="7F7F7F"/>
      </a:dk1>
      <a:lt1>
        <a:srgbClr val="F4F4F0"/>
      </a:lt1>
      <a:dk2>
        <a:srgbClr val="A7A7A7"/>
      </a:dk2>
      <a:lt2>
        <a:srgbClr val="535353"/>
      </a:lt2>
      <a:accent1>
        <a:srgbClr val="707070"/>
      </a:accent1>
      <a:accent2>
        <a:srgbClr val="B0B1B3"/>
      </a:accent2>
      <a:accent3>
        <a:srgbClr val="919191"/>
      </a:accent3>
      <a:accent4>
        <a:srgbClr val="91969B"/>
      </a:accent4>
      <a:accent5>
        <a:srgbClr val="4B5050"/>
      </a:accent5>
      <a:accent6>
        <a:srgbClr val="515457"/>
      </a:accent6>
      <a:hlink>
        <a:srgbClr val="0000FF"/>
      </a:hlink>
      <a:folHlink>
        <a:srgbClr val="FF00FF"/>
      </a:folHlink>
    </a:clrScheme>
    <a:fontScheme name="Default Theme">
      <a:majorFont>
        <a:latin typeface="Helvetica"/>
        <a:ea typeface="Helvetica"/>
        <a:cs typeface="Helvetica"/>
      </a:majorFont>
      <a:minorFont>
        <a:latin typeface="Calibri Light"/>
        <a:ea typeface="Calibri Light"/>
        <a:cs typeface="Calibri Light"/>
      </a:minorFont>
    </a:fontScheme>
    <a:fmtScheme name="Default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rgbClr val="000000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1828433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7F7F7F"/>
            </a:solidFill>
            <a:effectLst/>
            <a:uFillTx/>
            <a:latin typeface="Lato Light"/>
            <a:ea typeface="Lato Light"/>
            <a:cs typeface="Lato Light"/>
            <a:sym typeface="Lato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rgbClr val="000000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1828433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7F7F7F"/>
            </a:solidFill>
            <a:effectLst/>
            <a:uFillTx/>
            <a:latin typeface="Lato Light"/>
            <a:ea typeface="Lato Light"/>
            <a:cs typeface="Lato Light"/>
            <a:sym typeface="Lato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Default Theme">
    <a:dk1>
      <a:srgbClr val="7F7F7F"/>
    </a:dk1>
    <a:lt1>
      <a:srgbClr val="F4F4F0"/>
    </a:lt1>
    <a:dk2>
      <a:srgbClr val="A7A7A7"/>
    </a:dk2>
    <a:lt2>
      <a:srgbClr val="535353"/>
    </a:lt2>
    <a:accent1>
      <a:srgbClr val="707070"/>
    </a:accent1>
    <a:accent2>
      <a:srgbClr val="B0B1B3"/>
    </a:accent2>
    <a:accent3>
      <a:srgbClr val="919191"/>
    </a:accent3>
    <a:accent4>
      <a:srgbClr val="91969B"/>
    </a:accent4>
    <a:accent5>
      <a:srgbClr val="4B5050"/>
    </a:accent5>
    <a:accent6>
      <a:srgbClr val="515457"/>
    </a:accent6>
    <a:hlink>
      <a:srgbClr val="0000FF"/>
    </a:hlink>
    <a:folHlink>
      <a:srgbClr val="FF00FF"/>
    </a:folHlink>
  </a:clrScheme>
</a:themeOverride>
</file>

<file path=ppt/theme/themeOverride2.xml><?xml version="1.0" encoding="utf-8"?>
<a:themeOverride xmlns:a="http://schemas.openxmlformats.org/drawingml/2006/main">
  <a:clrScheme name="Default Theme">
    <a:dk1>
      <a:srgbClr val="7F7F7F"/>
    </a:dk1>
    <a:lt1>
      <a:srgbClr val="F4F4F0"/>
    </a:lt1>
    <a:dk2>
      <a:srgbClr val="A7A7A7"/>
    </a:dk2>
    <a:lt2>
      <a:srgbClr val="535353"/>
    </a:lt2>
    <a:accent1>
      <a:srgbClr val="707070"/>
    </a:accent1>
    <a:accent2>
      <a:srgbClr val="B0B1B3"/>
    </a:accent2>
    <a:accent3>
      <a:srgbClr val="919191"/>
    </a:accent3>
    <a:accent4>
      <a:srgbClr val="91969B"/>
    </a:accent4>
    <a:accent5>
      <a:srgbClr val="4B5050"/>
    </a:accent5>
    <a:accent6>
      <a:srgbClr val="515457"/>
    </a:accent6>
    <a:hlink>
      <a:srgbClr val="0000FF"/>
    </a:hlink>
    <a:folHlink>
      <a:srgbClr val="FF00FF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6BFBF7CCAF4F174C89451E0FD3A12D7C" ma:contentTypeVersion="15" ma:contentTypeDescription="Skapa ett nytt dokument." ma:contentTypeScope="" ma:versionID="8dd1546c75d0e485db0bb74fbf49ff42">
  <xsd:schema xmlns:xsd="http://www.w3.org/2001/XMLSchema" xmlns:xs="http://www.w3.org/2001/XMLSchema" xmlns:p="http://schemas.microsoft.com/office/2006/metadata/properties" xmlns:ns2="111bc118-7546-4f89-8f64-770e210aa074" xmlns:ns3="47682953-029d-4292-a8e4-4a968573892e" targetNamespace="http://schemas.microsoft.com/office/2006/metadata/properties" ma:root="true" ma:fieldsID="b75229eede153ea444e0145b46519c94" ns2:_="" ns3:_="">
    <xsd:import namespace="111bc118-7546-4f89-8f64-770e210aa074"/>
    <xsd:import namespace="47682953-029d-4292-a8e4-4a968573892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11bc118-7546-4f89-8f64-770e210aa07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ildmarkeringar" ma:readOnly="false" ma:fieldId="{5cf76f15-5ced-4ddc-b409-7134ff3c332f}" ma:taxonomyMulti="true" ma:sspId="cc958645-190d-407b-bf7a-5a1be781ecf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2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7682953-029d-4292-a8e4-4a968573892e" elementFormDefault="qualified">
    <xsd:import namespace="http://schemas.microsoft.com/office/2006/documentManagement/types"/>
    <xsd:import namespace="http://schemas.microsoft.com/office/infopath/2007/PartnerControls"/>
    <xsd:element name="SharedWithUsers" ma:index="20" nillable="true" ma:displayName="Delat med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Delat med information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ehållstyp"/>
        <xsd:element ref="dc:title" minOccurs="0" maxOccurs="1" ma:index="4" ma:displayName="Rubri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11bc118-7546-4f89-8f64-770e210aa074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2C00E0E3-CCD4-46CE-B3BA-3917F3AAA8C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0AC4F6A-5756-471E-8FCF-3ED99A30797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11bc118-7546-4f89-8f64-770e210aa074"/>
    <ds:schemaRef ds:uri="47682953-029d-4292-a8e4-4a968573892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6C619E6-7AA3-4DB6-8803-AAC41D6AE8EF}">
  <ds:schemaRefs>
    <ds:schemaRef ds:uri="111bc118-7546-4f89-8f64-770e210aa074"/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</TotalTime>
  <Words>252</Words>
  <Application>Microsoft Office PowerPoint</Application>
  <PresentationFormat>Bredbild</PresentationFormat>
  <Paragraphs>23</Paragraphs>
  <Slides>7</Slides>
  <Notes>1</Notes>
  <HiddenSlides>0</HiddenSlides>
  <MMClips>0</MMClips>
  <ScaleCrop>false</ScaleCrop>
  <HeadingPairs>
    <vt:vector size="6" baseType="variant">
      <vt:variant>
        <vt:lpstr>Använt teckensnitt</vt:lpstr>
      </vt:variant>
      <vt:variant>
        <vt:i4>10</vt:i4>
      </vt:variant>
      <vt:variant>
        <vt:lpstr>Tema</vt:lpstr>
      </vt:variant>
      <vt:variant>
        <vt:i4>1</vt:i4>
      </vt:variant>
      <vt:variant>
        <vt:lpstr>Bildrubriker</vt:lpstr>
      </vt:variant>
      <vt:variant>
        <vt:i4>7</vt:i4>
      </vt:variant>
    </vt:vector>
  </HeadingPairs>
  <TitlesOfParts>
    <vt:vector size="18" baseType="lpstr">
      <vt:lpstr>Arial</vt:lpstr>
      <vt:lpstr>Calibri</vt:lpstr>
      <vt:lpstr>Calibri Light</vt:lpstr>
      <vt:lpstr>Lato Light</vt:lpstr>
      <vt:lpstr>Montserrat Hairline</vt:lpstr>
      <vt:lpstr>TT Commons</vt:lpstr>
      <vt:lpstr>TT Commons Classic</vt:lpstr>
      <vt:lpstr>TT Commons Classic DemiBold</vt:lpstr>
      <vt:lpstr>TT Commons Classic Regular</vt:lpstr>
      <vt:lpstr>TTCommonsClassic-Regular</vt:lpstr>
      <vt:lpstr>Default Theme</vt:lpstr>
      <vt:lpstr>Titel på kurs</vt:lpstr>
      <vt:lpstr>Kort presentation om dig/er</vt:lpstr>
      <vt:lpstr>Några tips för att sätta ihop din Power Point:</vt:lpstr>
      <vt:lpstr>Några tips för att sätta ihop din Power Point:</vt:lpstr>
      <vt:lpstr>PowerPoint-presentation</vt:lpstr>
      <vt:lpstr>Pass I Information om passet   </vt:lpstr>
      <vt:lpstr>Tack! Har du några frågor kring kursintyg m.m. skicka ett mejl till kursinformation@bginstitute.se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PowerPoint-presentation</dc:title>
  <dc:creator>Julia Sommerland</dc:creator>
  <cp:lastModifiedBy>Ellen Ekholm</cp:lastModifiedBy>
  <cp:revision>2</cp:revision>
  <dcterms:created xsi:type="dcterms:W3CDTF">2020-03-06T09:36:09Z</dcterms:created>
  <dcterms:modified xsi:type="dcterms:W3CDTF">2025-09-15T13:20:34Z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0x0101006BFBF7CCAF4F174C89451E0FD3A12D7C</vt:lpwstr>
  </property>
  <property fmtid="{D5CDD505-2E9C-101B-9397-08002B2CF9AE}" pid="3" name="MediaServiceImageTags">
    <vt:lpwstr/>
  </property>
</Properties>
</file>